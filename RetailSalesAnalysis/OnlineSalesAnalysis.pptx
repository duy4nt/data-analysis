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3" r:id="rId7"/>
    <p:sldId id="262" r:id="rId8"/>
    <p:sldId id="268" r:id="rId9"/>
    <p:sldId id="269" r:id="rId10"/>
    <p:sldId id="270" r:id="rId11"/>
    <p:sldId id="271" r:id="rId12"/>
    <p:sldId id="265" r:id="rId13"/>
    <p:sldId id="266"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B5D67A-A2D9-4CC9-84EB-7AEE590C6597}" v="5" dt="2025-04-17T12:20:26.3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71" d="100"/>
          <a:sy n="71" d="100"/>
        </p:scale>
        <p:origin x="1061" y="48"/>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eek Singh" userId="7b26deab5a919662" providerId="LiveId" clId="{93B5D67A-A2D9-4CC9-84EB-7AEE590C6597}"/>
    <pc:docChg chg="undo custSel addSld delSld modSld">
      <pc:chgData name="Prateek Singh" userId="7b26deab5a919662" providerId="LiveId" clId="{93B5D67A-A2D9-4CC9-84EB-7AEE590C6597}" dt="2025-04-17T12:20:51.615" v="3572" actId="478"/>
      <pc:docMkLst>
        <pc:docMk/>
      </pc:docMkLst>
      <pc:sldChg chg="addSp delSp modSp mod">
        <pc:chgData name="Prateek Singh" userId="7b26deab5a919662" providerId="LiveId" clId="{93B5D67A-A2D9-4CC9-84EB-7AEE590C6597}" dt="2025-04-17T12:20:51.615" v="3572" actId="478"/>
        <pc:sldMkLst>
          <pc:docMk/>
          <pc:sldMk cId="1080204341" sldId="256"/>
        </pc:sldMkLst>
        <pc:spChg chg="mod">
          <ac:chgData name="Prateek Singh" userId="7b26deab5a919662" providerId="LiveId" clId="{93B5D67A-A2D9-4CC9-84EB-7AEE590C6597}" dt="2025-04-16T11:28:20.148" v="48" actId="113"/>
          <ac:spMkLst>
            <pc:docMk/>
            <pc:sldMk cId="1080204341" sldId="256"/>
            <ac:spMk id="2" creationId="{25B5BF51-DFC4-7FE7-D877-C70D815112AC}"/>
          </ac:spMkLst>
        </pc:spChg>
        <pc:spChg chg="add del mod">
          <ac:chgData name="Prateek Singh" userId="7b26deab5a919662" providerId="LiveId" clId="{93B5D67A-A2D9-4CC9-84EB-7AEE590C6597}" dt="2025-04-17T12:20:51.615" v="3572" actId="478"/>
          <ac:spMkLst>
            <pc:docMk/>
            <pc:sldMk cId="1080204341" sldId="256"/>
            <ac:spMk id="4" creationId="{772C9C40-80DA-4C0A-7E26-3140D877380B}"/>
          </ac:spMkLst>
        </pc:spChg>
      </pc:sldChg>
      <pc:sldChg chg="modSp mod">
        <pc:chgData name="Prateek Singh" userId="7b26deab5a919662" providerId="LiveId" clId="{93B5D67A-A2D9-4CC9-84EB-7AEE590C6597}" dt="2025-04-16T11:28:15.449" v="47" actId="113"/>
        <pc:sldMkLst>
          <pc:docMk/>
          <pc:sldMk cId="421400950" sldId="257"/>
        </pc:sldMkLst>
        <pc:spChg chg="mod">
          <ac:chgData name="Prateek Singh" userId="7b26deab5a919662" providerId="LiveId" clId="{93B5D67A-A2D9-4CC9-84EB-7AEE590C6597}" dt="2025-04-16T11:28:15.449" v="47" actId="113"/>
          <ac:spMkLst>
            <pc:docMk/>
            <pc:sldMk cId="421400950" sldId="257"/>
            <ac:spMk id="2" creationId="{9BEB7A18-DB0D-046F-229F-51A1C87EF87F}"/>
          </ac:spMkLst>
        </pc:spChg>
      </pc:sldChg>
      <pc:sldChg chg="modSp mod">
        <pc:chgData name="Prateek Singh" userId="7b26deab5a919662" providerId="LiveId" clId="{93B5D67A-A2D9-4CC9-84EB-7AEE590C6597}" dt="2025-04-16T11:28:11.152" v="46" actId="113"/>
        <pc:sldMkLst>
          <pc:docMk/>
          <pc:sldMk cId="1063316680" sldId="258"/>
        </pc:sldMkLst>
        <pc:spChg chg="mod">
          <ac:chgData name="Prateek Singh" userId="7b26deab5a919662" providerId="LiveId" clId="{93B5D67A-A2D9-4CC9-84EB-7AEE590C6597}" dt="2025-04-16T11:28:11.152" v="46" actId="113"/>
          <ac:spMkLst>
            <pc:docMk/>
            <pc:sldMk cId="1063316680" sldId="258"/>
            <ac:spMk id="2" creationId="{3106B6B6-F214-367E-109D-22776C992FF8}"/>
          </ac:spMkLst>
        </pc:spChg>
      </pc:sldChg>
      <pc:sldChg chg="addSp delSp modSp mod">
        <pc:chgData name="Prateek Singh" userId="7b26deab5a919662" providerId="LiveId" clId="{93B5D67A-A2D9-4CC9-84EB-7AEE590C6597}" dt="2025-04-16T11:28:06.758" v="45" actId="113"/>
        <pc:sldMkLst>
          <pc:docMk/>
          <pc:sldMk cId="1010339758" sldId="259"/>
        </pc:sldMkLst>
        <pc:spChg chg="mod">
          <ac:chgData name="Prateek Singh" userId="7b26deab5a919662" providerId="LiveId" clId="{93B5D67A-A2D9-4CC9-84EB-7AEE590C6597}" dt="2025-04-16T11:28:06.758" v="45" actId="113"/>
          <ac:spMkLst>
            <pc:docMk/>
            <pc:sldMk cId="1010339758" sldId="259"/>
            <ac:spMk id="2" creationId="{DCDD478C-4E1D-90F1-A38A-989FF1EAA53F}"/>
          </ac:spMkLst>
        </pc:spChg>
        <pc:picChg chg="del">
          <ac:chgData name="Prateek Singh" userId="7b26deab5a919662" providerId="LiveId" clId="{93B5D67A-A2D9-4CC9-84EB-7AEE590C6597}" dt="2025-04-16T11:27:29.629" v="30" actId="478"/>
          <ac:picMkLst>
            <pc:docMk/>
            <pc:sldMk cId="1010339758" sldId="259"/>
            <ac:picMk id="4" creationId="{BA754747-8CA3-F53D-362B-5091B3503815}"/>
          </ac:picMkLst>
        </pc:picChg>
        <pc:picChg chg="add mod">
          <ac:chgData name="Prateek Singh" userId="7b26deab5a919662" providerId="LiveId" clId="{93B5D67A-A2D9-4CC9-84EB-7AEE590C6597}" dt="2025-04-16T11:27:56.351" v="44" actId="1036"/>
          <ac:picMkLst>
            <pc:docMk/>
            <pc:sldMk cId="1010339758" sldId="259"/>
            <ac:picMk id="6" creationId="{E630499C-52AE-AD82-0E0D-3E596C6891E1}"/>
          </ac:picMkLst>
        </pc:picChg>
      </pc:sldChg>
      <pc:sldChg chg="modSp mod">
        <pc:chgData name="Prateek Singh" userId="7b26deab5a919662" providerId="LiveId" clId="{93B5D67A-A2D9-4CC9-84EB-7AEE590C6597}" dt="2025-04-16T11:55:24.280" v="2554" actId="20577"/>
        <pc:sldMkLst>
          <pc:docMk/>
          <pc:sldMk cId="2037979856" sldId="260"/>
        </pc:sldMkLst>
        <pc:spChg chg="mod">
          <ac:chgData name="Prateek Singh" userId="7b26deab5a919662" providerId="LiveId" clId="{93B5D67A-A2D9-4CC9-84EB-7AEE590C6597}" dt="2025-04-16T11:28:32.690" v="51" actId="113"/>
          <ac:spMkLst>
            <pc:docMk/>
            <pc:sldMk cId="2037979856" sldId="260"/>
            <ac:spMk id="2" creationId="{AAB8076C-C6C0-F3B8-ABBB-736709BD6863}"/>
          </ac:spMkLst>
        </pc:spChg>
        <pc:spChg chg="mod">
          <ac:chgData name="Prateek Singh" userId="7b26deab5a919662" providerId="LiveId" clId="{93B5D67A-A2D9-4CC9-84EB-7AEE590C6597}" dt="2025-04-16T11:55:24.280" v="2554" actId="20577"/>
          <ac:spMkLst>
            <pc:docMk/>
            <pc:sldMk cId="2037979856" sldId="260"/>
            <ac:spMk id="3" creationId="{ED1C69D5-E7FA-832C-DD05-A105BCE9218E}"/>
          </ac:spMkLst>
        </pc:spChg>
      </pc:sldChg>
      <pc:sldChg chg="addSp delSp modSp new mod">
        <pc:chgData name="Prateek Singh" userId="7b26deab5a919662" providerId="LiveId" clId="{93B5D67A-A2D9-4CC9-84EB-7AEE590C6597}" dt="2025-04-16T11:43:12.498" v="1221" actId="20577"/>
        <pc:sldMkLst>
          <pc:docMk/>
          <pc:sldMk cId="3640983893" sldId="261"/>
        </pc:sldMkLst>
        <pc:spChg chg="mod">
          <ac:chgData name="Prateek Singh" userId="7b26deab5a919662" providerId="LiveId" clId="{93B5D67A-A2D9-4CC9-84EB-7AEE590C6597}" dt="2025-04-16T11:43:12.498" v="1221" actId="20577"/>
          <ac:spMkLst>
            <pc:docMk/>
            <pc:sldMk cId="3640983893" sldId="261"/>
            <ac:spMk id="2" creationId="{27D666EA-93C6-3F3F-3D98-C86E0CA18702}"/>
          </ac:spMkLst>
        </pc:spChg>
        <pc:spChg chg="del">
          <ac:chgData name="Prateek Singh" userId="7b26deab5a919662" providerId="LiveId" clId="{93B5D67A-A2D9-4CC9-84EB-7AEE590C6597}" dt="2025-04-16T11:38:53.207" v="1125" actId="931"/>
          <ac:spMkLst>
            <pc:docMk/>
            <pc:sldMk cId="3640983893" sldId="261"/>
            <ac:spMk id="3" creationId="{23E93517-B452-C0B1-0381-114DD043844B}"/>
          </ac:spMkLst>
        </pc:spChg>
        <pc:spChg chg="add del mod">
          <ac:chgData name="Prateek Singh" userId="7b26deab5a919662" providerId="LiveId" clId="{93B5D67A-A2D9-4CC9-84EB-7AEE590C6597}" dt="2025-04-16T11:40:20.514" v="1132"/>
          <ac:spMkLst>
            <pc:docMk/>
            <pc:sldMk cId="3640983893" sldId="261"/>
            <ac:spMk id="7" creationId="{E32E7923-CD16-13D8-1732-7C9B62143B41}"/>
          </ac:spMkLst>
        </pc:spChg>
        <pc:picChg chg="add del mod">
          <ac:chgData name="Prateek Singh" userId="7b26deab5a919662" providerId="LiveId" clId="{93B5D67A-A2D9-4CC9-84EB-7AEE590C6597}" dt="2025-04-16T11:39:20.356" v="1131" actId="478"/>
          <ac:picMkLst>
            <pc:docMk/>
            <pc:sldMk cId="3640983893" sldId="261"/>
            <ac:picMk id="5" creationId="{8DE45910-C97B-632F-78FC-E69009E25283}"/>
          </ac:picMkLst>
        </pc:picChg>
        <pc:picChg chg="add mod">
          <ac:chgData name="Prateek Singh" userId="7b26deab5a919662" providerId="LiveId" clId="{93B5D67A-A2D9-4CC9-84EB-7AEE590C6597}" dt="2025-04-16T11:42:15.886" v="1205" actId="1036"/>
          <ac:picMkLst>
            <pc:docMk/>
            <pc:sldMk cId="3640983893" sldId="261"/>
            <ac:picMk id="9" creationId="{2804A887-FB77-D0B7-DC62-FD64610B8BF5}"/>
          </ac:picMkLst>
        </pc:picChg>
      </pc:sldChg>
      <pc:sldChg chg="addSp delSp modSp add mod">
        <pc:chgData name="Prateek Singh" userId="7b26deab5a919662" providerId="LiveId" clId="{93B5D67A-A2D9-4CC9-84EB-7AEE590C6597}" dt="2025-04-16T11:43:19.399" v="1234" actId="20577"/>
        <pc:sldMkLst>
          <pc:docMk/>
          <pc:sldMk cId="3037143239" sldId="262"/>
        </pc:sldMkLst>
        <pc:spChg chg="mod">
          <ac:chgData name="Prateek Singh" userId="7b26deab5a919662" providerId="LiveId" clId="{93B5D67A-A2D9-4CC9-84EB-7AEE590C6597}" dt="2025-04-16T11:43:19.399" v="1234" actId="20577"/>
          <ac:spMkLst>
            <pc:docMk/>
            <pc:sldMk cId="3037143239" sldId="262"/>
            <ac:spMk id="2" creationId="{BA0D4DF8-B569-71BB-4BCE-F5E140C982AD}"/>
          </ac:spMkLst>
        </pc:spChg>
        <pc:spChg chg="add del mod">
          <ac:chgData name="Prateek Singh" userId="7b26deab5a919662" providerId="LiveId" clId="{93B5D67A-A2D9-4CC9-84EB-7AEE590C6597}" dt="2025-04-16T11:41:33.973" v="1163"/>
          <ac:spMkLst>
            <pc:docMk/>
            <pc:sldMk cId="3037143239" sldId="262"/>
            <ac:spMk id="4" creationId="{DF73CF7A-7636-2B2F-7284-329B1A76E669}"/>
          </ac:spMkLst>
        </pc:spChg>
        <pc:picChg chg="add mod">
          <ac:chgData name="Prateek Singh" userId="7b26deab5a919662" providerId="LiveId" clId="{93B5D67A-A2D9-4CC9-84EB-7AEE590C6597}" dt="2025-04-16T11:42:24.545" v="1208" actId="1038"/>
          <ac:picMkLst>
            <pc:docMk/>
            <pc:sldMk cId="3037143239" sldId="262"/>
            <ac:picMk id="6" creationId="{C0DA2592-38CE-0BF5-5DC3-5EBCA199889C}"/>
          </ac:picMkLst>
        </pc:picChg>
        <pc:picChg chg="del">
          <ac:chgData name="Prateek Singh" userId="7b26deab5a919662" providerId="LiveId" clId="{93B5D67A-A2D9-4CC9-84EB-7AEE590C6597}" dt="2025-04-16T11:40:54.798" v="1162" actId="478"/>
          <ac:picMkLst>
            <pc:docMk/>
            <pc:sldMk cId="3037143239" sldId="262"/>
            <ac:picMk id="9" creationId="{FC41ABA1-9009-246D-D962-6FD48C6FC67B}"/>
          </ac:picMkLst>
        </pc:picChg>
      </pc:sldChg>
      <pc:sldChg chg="modSp new mod">
        <pc:chgData name="Prateek Singh" userId="7b26deab5a919662" providerId="LiveId" clId="{93B5D67A-A2D9-4CC9-84EB-7AEE590C6597}" dt="2025-04-16T11:54:18.828" v="2415" actId="1035"/>
        <pc:sldMkLst>
          <pc:docMk/>
          <pc:sldMk cId="1389328432" sldId="263"/>
        </pc:sldMkLst>
        <pc:spChg chg="mod">
          <ac:chgData name="Prateek Singh" userId="7b26deab5a919662" providerId="LiveId" clId="{93B5D67A-A2D9-4CC9-84EB-7AEE590C6597}" dt="2025-04-16T11:43:37.280" v="1263" actId="2711"/>
          <ac:spMkLst>
            <pc:docMk/>
            <pc:sldMk cId="1389328432" sldId="263"/>
            <ac:spMk id="2" creationId="{F52131FE-552E-190B-FF42-9D6C0AC6EA72}"/>
          </ac:spMkLst>
        </pc:spChg>
        <pc:spChg chg="mod">
          <ac:chgData name="Prateek Singh" userId="7b26deab5a919662" providerId="LiveId" clId="{93B5D67A-A2D9-4CC9-84EB-7AEE590C6597}" dt="2025-04-16T11:54:18.828" v="2415" actId="1035"/>
          <ac:spMkLst>
            <pc:docMk/>
            <pc:sldMk cId="1389328432" sldId="263"/>
            <ac:spMk id="3" creationId="{77E716CF-2541-AE3F-D253-20DB7D946817}"/>
          </ac:spMkLst>
        </pc:spChg>
      </pc:sldChg>
      <pc:sldChg chg="modSp new mod">
        <pc:chgData name="Prateek Singh" userId="7b26deab5a919662" providerId="LiveId" clId="{93B5D67A-A2D9-4CC9-84EB-7AEE590C6597}" dt="2025-04-16T12:06:12.939" v="3523" actId="20577"/>
        <pc:sldMkLst>
          <pc:docMk/>
          <pc:sldMk cId="2605576624" sldId="264"/>
        </pc:sldMkLst>
        <pc:spChg chg="mod">
          <ac:chgData name="Prateek Singh" userId="7b26deab5a919662" providerId="LiveId" clId="{93B5D67A-A2D9-4CC9-84EB-7AEE590C6597}" dt="2025-04-16T11:56:02.750" v="2575" actId="2711"/>
          <ac:spMkLst>
            <pc:docMk/>
            <pc:sldMk cId="2605576624" sldId="264"/>
            <ac:spMk id="2" creationId="{53773752-65CC-016B-EC85-83B2A6E3C505}"/>
          </ac:spMkLst>
        </pc:spChg>
        <pc:spChg chg="mod">
          <ac:chgData name="Prateek Singh" userId="7b26deab5a919662" providerId="LiveId" clId="{93B5D67A-A2D9-4CC9-84EB-7AEE590C6597}" dt="2025-04-16T12:06:12.939" v="3523" actId="20577"/>
          <ac:spMkLst>
            <pc:docMk/>
            <pc:sldMk cId="2605576624" sldId="264"/>
            <ac:spMk id="3" creationId="{E2AFFC78-5058-1234-0B20-B706A2DA8F30}"/>
          </ac:spMkLst>
        </pc:spChg>
      </pc:sldChg>
      <pc:sldChg chg="modSp new mod">
        <pc:chgData name="Prateek Singh" userId="7b26deab5a919662" providerId="LiveId" clId="{93B5D67A-A2D9-4CC9-84EB-7AEE590C6597}" dt="2025-04-16T11:58:30.184" v="2591" actId="122"/>
        <pc:sldMkLst>
          <pc:docMk/>
          <pc:sldMk cId="3337322880" sldId="265"/>
        </pc:sldMkLst>
        <pc:spChg chg="mod">
          <ac:chgData name="Prateek Singh" userId="7b26deab5a919662" providerId="LiveId" clId="{93B5D67A-A2D9-4CC9-84EB-7AEE590C6597}" dt="2025-04-16T11:58:30.184" v="2591" actId="122"/>
          <ac:spMkLst>
            <pc:docMk/>
            <pc:sldMk cId="3337322880" sldId="265"/>
            <ac:spMk id="2" creationId="{0EF92E6D-F836-2A7D-B66A-C00742FE340D}"/>
          </ac:spMkLst>
        </pc:spChg>
      </pc:sldChg>
      <pc:sldChg chg="new del">
        <pc:chgData name="Prateek Singh" userId="7b26deab5a919662" providerId="LiveId" clId="{93B5D67A-A2D9-4CC9-84EB-7AEE590C6597}" dt="2025-04-16T11:58:48.944" v="2593" actId="47"/>
        <pc:sldMkLst>
          <pc:docMk/>
          <pc:sldMk cId="517664382" sldId="266"/>
        </pc:sldMkLst>
      </pc:sldChg>
      <pc:sldChg chg="addSp modSp new mod">
        <pc:chgData name="Prateek Singh" userId="7b26deab5a919662" providerId="LiveId" clId="{93B5D67A-A2D9-4CC9-84EB-7AEE590C6597}" dt="2025-04-16T11:59:24.668" v="2658" actId="1035"/>
        <pc:sldMkLst>
          <pc:docMk/>
          <pc:sldMk cId="2453268963" sldId="266"/>
        </pc:sldMkLst>
        <pc:spChg chg="add mod">
          <ac:chgData name="Prateek Singh" userId="7b26deab5a919662" providerId="LiveId" clId="{93B5D67A-A2D9-4CC9-84EB-7AEE590C6597}" dt="2025-04-16T11:59:24.668" v="2658" actId="1035"/>
          <ac:spMkLst>
            <pc:docMk/>
            <pc:sldMk cId="2453268963" sldId="266"/>
            <ac:spMk id="2" creationId="{2A07086E-8AD3-7EAA-C227-D6BF2FA9E884}"/>
          </ac:spMkLst>
        </pc:spChg>
      </pc:sldChg>
      <pc:sldChg chg="new">
        <pc:chgData name="Prateek Singh" userId="7b26deab5a919662" providerId="LiveId" clId="{93B5D67A-A2D9-4CC9-84EB-7AEE590C6597}" dt="2025-04-16T11:59:29.536" v="2659" actId="680"/>
        <pc:sldMkLst>
          <pc:docMk/>
          <pc:sldMk cId="238498254" sldId="26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CA194C-B3FA-4582-B5A6-9993D614A46F}" type="doc">
      <dgm:prSet loTypeId="urn:microsoft.com/office/officeart/2011/layout/CircleProcess" loCatId="officeonline" qsTypeId="urn:microsoft.com/office/officeart/2005/8/quickstyle/simple3" qsCatId="simple" csTypeId="urn:microsoft.com/office/officeart/2005/8/colors/accent3_3" csCatId="accent3" phldr="1"/>
      <dgm:spPr/>
      <dgm:t>
        <a:bodyPr/>
        <a:lstStyle/>
        <a:p>
          <a:endParaRPr lang="en-IN"/>
        </a:p>
      </dgm:t>
    </dgm:pt>
    <dgm:pt modelId="{047554B9-A371-46AD-9C77-E2C9CBCB0A16}">
      <dgm:prSet phldrT="[Text]" custT="1"/>
      <dgm:spPr/>
      <dgm:t>
        <a:bodyPr/>
        <a:lstStyle/>
        <a:p>
          <a:r>
            <a:rPr lang="en-IN" sz="1100" dirty="0">
              <a:latin typeface="Google Sans" panose="020B0604020202020204" charset="0"/>
            </a:rPr>
            <a:t>Introduction</a:t>
          </a:r>
          <a:endParaRPr lang="en-IN" sz="800" dirty="0">
            <a:latin typeface="Google Sans" panose="020B0604020202020204" charset="0"/>
          </a:endParaRPr>
        </a:p>
      </dgm:t>
    </dgm:pt>
    <dgm:pt modelId="{FE49D20C-9935-4ADA-ACE8-ED514B01EFCF}" type="parTrans" cxnId="{DF1FB209-82F1-44E2-A5CA-0CB73B0DADEA}">
      <dgm:prSet/>
      <dgm:spPr/>
      <dgm:t>
        <a:bodyPr/>
        <a:lstStyle/>
        <a:p>
          <a:endParaRPr lang="en-IN"/>
        </a:p>
      </dgm:t>
    </dgm:pt>
    <dgm:pt modelId="{00FD533D-5620-4DF0-BA0E-61AB77D3B4AE}" type="sibTrans" cxnId="{DF1FB209-82F1-44E2-A5CA-0CB73B0DADEA}">
      <dgm:prSet/>
      <dgm:spPr/>
      <dgm:t>
        <a:bodyPr/>
        <a:lstStyle/>
        <a:p>
          <a:endParaRPr lang="en-IN"/>
        </a:p>
      </dgm:t>
    </dgm:pt>
    <dgm:pt modelId="{8745E74D-1634-46B3-933E-D626B0C08457}">
      <dgm:prSet phldrT="[Text]" custT="1"/>
      <dgm:spPr/>
      <dgm:t>
        <a:bodyPr/>
        <a:lstStyle/>
        <a:p>
          <a:r>
            <a:rPr lang="en-IN" sz="1100">
              <a:latin typeface="Google Sans" panose="020B0604020202020204" charset="0"/>
            </a:rPr>
            <a:t>Data Source</a:t>
          </a:r>
          <a:endParaRPr lang="en-IN" sz="1100" dirty="0">
            <a:latin typeface="Google Sans" panose="020B0604020202020204" charset="0"/>
          </a:endParaRPr>
        </a:p>
      </dgm:t>
    </dgm:pt>
    <dgm:pt modelId="{E520EE8D-BA35-47A7-93D9-DD8BDABCD102}" type="parTrans" cxnId="{6410A97F-BAAE-4B09-9C22-9A602369442D}">
      <dgm:prSet/>
      <dgm:spPr/>
      <dgm:t>
        <a:bodyPr/>
        <a:lstStyle/>
        <a:p>
          <a:endParaRPr lang="en-IN"/>
        </a:p>
      </dgm:t>
    </dgm:pt>
    <dgm:pt modelId="{F4263015-7B9D-441E-9FD1-2DC5A3D8961B}" type="sibTrans" cxnId="{6410A97F-BAAE-4B09-9C22-9A602369442D}">
      <dgm:prSet/>
      <dgm:spPr/>
      <dgm:t>
        <a:bodyPr/>
        <a:lstStyle/>
        <a:p>
          <a:endParaRPr lang="en-IN"/>
        </a:p>
      </dgm:t>
    </dgm:pt>
    <dgm:pt modelId="{D4BFD570-961E-496C-8276-8C36B1679FBF}">
      <dgm:prSet phldrT="[Text]" custT="1"/>
      <dgm:spPr/>
      <dgm:t>
        <a:bodyPr/>
        <a:lstStyle/>
        <a:p>
          <a:r>
            <a:rPr lang="en-IN" sz="1100">
              <a:latin typeface="Google Sans" panose="020B0604020202020204" charset="0"/>
            </a:rPr>
            <a:t>Data cleaning and manipulation</a:t>
          </a:r>
          <a:endParaRPr lang="en-IN" sz="1100" dirty="0">
            <a:latin typeface="Google Sans" panose="020B0604020202020204" charset="0"/>
          </a:endParaRPr>
        </a:p>
      </dgm:t>
    </dgm:pt>
    <dgm:pt modelId="{C80CB113-2C89-4931-818B-D72CFB9D7282}" type="parTrans" cxnId="{E990426D-C768-423C-AF81-80EA6448E939}">
      <dgm:prSet/>
      <dgm:spPr/>
      <dgm:t>
        <a:bodyPr/>
        <a:lstStyle/>
        <a:p>
          <a:endParaRPr lang="en-IN"/>
        </a:p>
      </dgm:t>
    </dgm:pt>
    <dgm:pt modelId="{80DE6A47-00FB-42C1-99B7-F53753CE22A6}" type="sibTrans" cxnId="{E990426D-C768-423C-AF81-80EA6448E939}">
      <dgm:prSet/>
      <dgm:spPr/>
      <dgm:t>
        <a:bodyPr/>
        <a:lstStyle/>
        <a:p>
          <a:endParaRPr lang="en-IN"/>
        </a:p>
      </dgm:t>
    </dgm:pt>
    <dgm:pt modelId="{D65FB67D-7752-47C9-A072-0C1C9A536ECF}">
      <dgm:prSet phldrT="[Text]" custT="1"/>
      <dgm:spPr/>
      <dgm:t>
        <a:bodyPr/>
        <a:lstStyle/>
        <a:p>
          <a:r>
            <a:rPr lang="en-IN" sz="1100">
              <a:latin typeface="Google Sans" panose="020B0604020202020204" charset="0"/>
            </a:rPr>
            <a:t>Recommendations</a:t>
          </a:r>
          <a:endParaRPr lang="en-IN" sz="1100" dirty="0">
            <a:latin typeface="Google Sans" panose="020B0604020202020204" charset="0"/>
          </a:endParaRPr>
        </a:p>
      </dgm:t>
    </dgm:pt>
    <dgm:pt modelId="{8CA89681-A72A-4A5A-8B8E-FF261C3092F6}" type="parTrans" cxnId="{45344697-EBB5-4158-BBC2-BA5BB0ED8B58}">
      <dgm:prSet/>
      <dgm:spPr/>
      <dgm:t>
        <a:bodyPr/>
        <a:lstStyle/>
        <a:p>
          <a:endParaRPr lang="en-IN"/>
        </a:p>
      </dgm:t>
    </dgm:pt>
    <dgm:pt modelId="{C17FAEE3-64CD-47CC-B0F6-3640028A8322}" type="sibTrans" cxnId="{45344697-EBB5-4158-BBC2-BA5BB0ED8B58}">
      <dgm:prSet/>
      <dgm:spPr/>
      <dgm:t>
        <a:bodyPr/>
        <a:lstStyle/>
        <a:p>
          <a:endParaRPr lang="en-IN"/>
        </a:p>
      </dgm:t>
    </dgm:pt>
    <dgm:pt modelId="{D118DBC8-D078-4DCD-B9BA-C2BE17446A7B}">
      <dgm:prSet phldrT="[Text]" custT="1"/>
      <dgm:spPr/>
      <dgm:t>
        <a:bodyPr/>
        <a:lstStyle/>
        <a:p>
          <a:r>
            <a:rPr lang="en-IN" sz="1100" dirty="0">
              <a:latin typeface="Google Sans" panose="020B0604020202020204" charset="0"/>
            </a:rPr>
            <a:t>Summary of Analysis</a:t>
          </a:r>
        </a:p>
      </dgm:t>
    </dgm:pt>
    <dgm:pt modelId="{01095D0F-7A73-40BB-B004-AE2D7E2BCBA0}" type="parTrans" cxnId="{69BD0DF7-3B94-49C2-9654-AB5A1B79AE66}">
      <dgm:prSet/>
      <dgm:spPr/>
      <dgm:t>
        <a:bodyPr/>
        <a:lstStyle/>
        <a:p>
          <a:endParaRPr lang="en-IN"/>
        </a:p>
      </dgm:t>
    </dgm:pt>
    <dgm:pt modelId="{35DCA29D-3632-4B0C-984D-19272B5B1DE4}" type="sibTrans" cxnId="{69BD0DF7-3B94-49C2-9654-AB5A1B79AE66}">
      <dgm:prSet/>
      <dgm:spPr/>
      <dgm:t>
        <a:bodyPr/>
        <a:lstStyle/>
        <a:p>
          <a:endParaRPr lang="en-IN"/>
        </a:p>
      </dgm:t>
    </dgm:pt>
    <dgm:pt modelId="{8DFF72BB-72DB-4997-80DE-45E89D6EFEB1}">
      <dgm:prSet phldrT="[Text]" custT="1"/>
      <dgm:spPr/>
      <dgm:t>
        <a:bodyPr/>
        <a:lstStyle/>
        <a:p>
          <a:r>
            <a:rPr lang="en-IN" sz="1100">
              <a:latin typeface="Google Sans" panose="020B0604020202020204" charset="0"/>
            </a:rPr>
            <a:t>Detailed Analysis</a:t>
          </a:r>
          <a:endParaRPr lang="en-IN" sz="1100" dirty="0">
            <a:latin typeface="Google Sans" panose="020B0604020202020204" charset="0"/>
          </a:endParaRPr>
        </a:p>
      </dgm:t>
    </dgm:pt>
    <dgm:pt modelId="{DDD865B0-4DE2-4572-9E31-A7FF367DD91E}" type="parTrans" cxnId="{FBF888C1-FAEF-4A2F-835C-F211981F656A}">
      <dgm:prSet/>
      <dgm:spPr/>
      <dgm:t>
        <a:bodyPr/>
        <a:lstStyle/>
        <a:p>
          <a:endParaRPr lang="en-IN"/>
        </a:p>
      </dgm:t>
    </dgm:pt>
    <dgm:pt modelId="{6F420AB6-86E7-43DE-AC35-F132A678AD68}" type="sibTrans" cxnId="{FBF888C1-FAEF-4A2F-835C-F211981F656A}">
      <dgm:prSet/>
      <dgm:spPr/>
      <dgm:t>
        <a:bodyPr/>
        <a:lstStyle/>
        <a:p>
          <a:endParaRPr lang="en-IN"/>
        </a:p>
      </dgm:t>
    </dgm:pt>
    <dgm:pt modelId="{64AD7F0B-D5DD-4C2B-96D9-7979AB2A6B83}" type="pres">
      <dgm:prSet presAssocID="{6DCA194C-B3FA-4582-B5A6-9993D614A46F}" presName="Name0" presStyleCnt="0">
        <dgm:presLayoutVars>
          <dgm:chMax val="11"/>
          <dgm:chPref val="11"/>
          <dgm:dir/>
          <dgm:resizeHandles/>
        </dgm:presLayoutVars>
      </dgm:prSet>
      <dgm:spPr/>
    </dgm:pt>
    <dgm:pt modelId="{E41D04CD-E567-420D-BB07-2F79BFA8EE38}" type="pres">
      <dgm:prSet presAssocID="{D65FB67D-7752-47C9-A072-0C1C9A536ECF}" presName="Accent6" presStyleCnt="0"/>
      <dgm:spPr/>
    </dgm:pt>
    <dgm:pt modelId="{72C2F20B-D048-41CE-AAE1-D12A3554F674}" type="pres">
      <dgm:prSet presAssocID="{D65FB67D-7752-47C9-A072-0C1C9A536ECF}" presName="Accent" presStyleLbl="node1" presStyleIdx="0" presStyleCnt="6"/>
      <dgm:spPr/>
    </dgm:pt>
    <dgm:pt modelId="{3F0979D9-C8E4-4478-907A-733F44F07BCD}" type="pres">
      <dgm:prSet presAssocID="{D65FB67D-7752-47C9-A072-0C1C9A536ECF}" presName="ParentBackground6" presStyleCnt="0"/>
      <dgm:spPr/>
    </dgm:pt>
    <dgm:pt modelId="{631F1B4D-7F42-4455-851F-69AC013C1604}" type="pres">
      <dgm:prSet presAssocID="{D65FB67D-7752-47C9-A072-0C1C9A536ECF}" presName="ParentBackground" presStyleLbl="fgAcc1" presStyleIdx="0" presStyleCnt="6"/>
      <dgm:spPr/>
    </dgm:pt>
    <dgm:pt modelId="{4E6F5365-DD27-455B-948D-CCE4F624F1B5}" type="pres">
      <dgm:prSet presAssocID="{D65FB67D-7752-47C9-A072-0C1C9A536ECF}" presName="Parent6" presStyleLbl="revTx" presStyleIdx="0" presStyleCnt="0">
        <dgm:presLayoutVars>
          <dgm:chMax val="1"/>
          <dgm:chPref val="1"/>
          <dgm:bulletEnabled val="1"/>
        </dgm:presLayoutVars>
      </dgm:prSet>
      <dgm:spPr/>
    </dgm:pt>
    <dgm:pt modelId="{182CA56A-840F-4ABC-8DB3-36DD0B968C45}" type="pres">
      <dgm:prSet presAssocID="{8DFF72BB-72DB-4997-80DE-45E89D6EFEB1}" presName="Accent5" presStyleCnt="0"/>
      <dgm:spPr/>
    </dgm:pt>
    <dgm:pt modelId="{245CB0BF-F77F-445D-B692-99B89AC2833B}" type="pres">
      <dgm:prSet presAssocID="{8DFF72BB-72DB-4997-80DE-45E89D6EFEB1}" presName="Accent" presStyleLbl="node1" presStyleIdx="1" presStyleCnt="6"/>
      <dgm:spPr/>
    </dgm:pt>
    <dgm:pt modelId="{B75573AE-1D1A-4D48-8BB8-C821EFC9E1F5}" type="pres">
      <dgm:prSet presAssocID="{8DFF72BB-72DB-4997-80DE-45E89D6EFEB1}" presName="ParentBackground5" presStyleCnt="0"/>
      <dgm:spPr/>
    </dgm:pt>
    <dgm:pt modelId="{521DF466-7D9D-4CEE-ABA8-AE7EEBFA5F44}" type="pres">
      <dgm:prSet presAssocID="{8DFF72BB-72DB-4997-80DE-45E89D6EFEB1}" presName="ParentBackground" presStyleLbl="fgAcc1" presStyleIdx="1" presStyleCnt="6"/>
      <dgm:spPr/>
    </dgm:pt>
    <dgm:pt modelId="{394897E9-12AA-4C61-ABAA-65C67E6CA7B3}" type="pres">
      <dgm:prSet presAssocID="{8DFF72BB-72DB-4997-80DE-45E89D6EFEB1}" presName="Parent5" presStyleLbl="revTx" presStyleIdx="0" presStyleCnt="0">
        <dgm:presLayoutVars>
          <dgm:chMax val="1"/>
          <dgm:chPref val="1"/>
          <dgm:bulletEnabled val="1"/>
        </dgm:presLayoutVars>
      </dgm:prSet>
      <dgm:spPr/>
    </dgm:pt>
    <dgm:pt modelId="{2D86E5AB-7484-4867-874B-961C55C7FCE8}" type="pres">
      <dgm:prSet presAssocID="{D118DBC8-D078-4DCD-B9BA-C2BE17446A7B}" presName="Accent4" presStyleCnt="0"/>
      <dgm:spPr/>
    </dgm:pt>
    <dgm:pt modelId="{65319E87-3899-416E-B95D-E676740ED60B}" type="pres">
      <dgm:prSet presAssocID="{D118DBC8-D078-4DCD-B9BA-C2BE17446A7B}" presName="Accent" presStyleLbl="node1" presStyleIdx="2" presStyleCnt="6"/>
      <dgm:spPr/>
    </dgm:pt>
    <dgm:pt modelId="{0E3FCA25-3AF6-4CEF-AE44-4CA7D0A33FCD}" type="pres">
      <dgm:prSet presAssocID="{D118DBC8-D078-4DCD-B9BA-C2BE17446A7B}" presName="ParentBackground4" presStyleCnt="0"/>
      <dgm:spPr/>
    </dgm:pt>
    <dgm:pt modelId="{A813044C-8269-4250-8C31-A5348D8DE3BA}" type="pres">
      <dgm:prSet presAssocID="{D118DBC8-D078-4DCD-B9BA-C2BE17446A7B}" presName="ParentBackground" presStyleLbl="fgAcc1" presStyleIdx="2" presStyleCnt="6"/>
      <dgm:spPr/>
    </dgm:pt>
    <dgm:pt modelId="{278134D4-3E10-4A56-9B63-51F18CE48AD7}" type="pres">
      <dgm:prSet presAssocID="{D118DBC8-D078-4DCD-B9BA-C2BE17446A7B}" presName="Parent4" presStyleLbl="revTx" presStyleIdx="0" presStyleCnt="0">
        <dgm:presLayoutVars>
          <dgm:chMax val="1"/>
          <dgm:chPref val="1"/>
          <dgm:bulletEnabled val="1"/>
        </dgm:presLayoutVars>
      </dgm:prSet>
      <dgm:spPr/>
    </dgm:pt>
    <dgm:pt modelId="{8A803F5A-949E-438E-B18D-D2AFD1A15959}" type="pres">
      <dgm:prSet presAssocID="{D4BFD570-961E-496C-8276-8C36B1679FBF}" presName="Accent3" presStyleCnt="0"/>
      <dgm:spPr/>
    </dgm:pt>
    <dgm:pt modelId="{6AD13817-F5F4-4414-9452-A8EA49B97066}" type="pres">
      <dgm:prSet presAssocID="{D4BFD570-961E-496C-8276-8C36B1679FBF}" presName="Accent" presStyleLbl="node1" presStyleIdx="3" presStyleCnt="6"/>
      <dgm:spPr/>
    </dgm:pt>
    <dgm:pt modelId="{37A2D1EE-EFD8-4D1E-881B-222A0F8D0D90}" type="pres">
      <dgm:prSet presAssocID="{D4BFD570-961E-496C-8276-8C36B1679FBF}" presName="ParentBackground3" presStyleCnt="0"/>
      <dgm:spPr/>
    </dgm:pt>
    <dgm:pt modelId="{16A15123-472C-4E1B-8F56-DDE9E6A91A40}" type="pres">
      <dgm:prSet presAssocID="{D4BFD570-961E-496C-8276-8C36B1679FBF}" presName="ParentBackground" presStyleLbl="fgAcc1" presStyleIdx="3" presStyleCnt="6"/>
      <dgm:spPr/>
    </dgm:pt>
    <dgm:pt modelId="{A0263BF0-89A2-41D0-87D5-CE4BDB224D9A}" type="pres">
      <dgm:prSet presAssocID="{D4BFD570-961E-496C-8276-8C36B1679FBF}" presName="Parent3" presStyleLbl="revTx" presStyleIdx="0" presStyleCnt="0">
        <dgm:presLayoutVars>
          <dgm:chMax val="1"/>
          <dgm:chPref val="1"/>
          <dgm:bulletEnabled val="1"/>
        </dgm:presLayoutVars>
      </dgm:prSet>
      <dgm:spPr/>
    </dgm:pt>
    <dgm:pt modelId="{4475A392-77C7-4D0C-857C-9A3751C6B7AA}" type="pres">
      <dgm:prSet presAssocID="{8745E74D-1634-46B3-933E-D626B0C08457}" presName="Accent2" presStyleCnt="0"/>
      <dgm:spPr/>
    </dgm:pt>
    <dgm:pt modelId="{3B88794E-F95A-4037-AF18-D472A673588A}" type="pres">
      <dgm:prSet presAssocID="{8745E74D-1634-46B3-933E-D626B0C08457}" presName="Accent" presStyleLbl="node1" presStyleIdx="4" presStyleCnt="6"/>
      <dgm:spPr/>
    </dgm:pt>
    <dgm:pt modelId="{09B19DB5-6DBF-4CF8-9CF2-64CB3F0EB53E}" type="pres">
      <dgm:prSet presAssocID="{8745E74D-1634-46B3-933E-D626B0C08457}" presName="ParentBackground2" presStyleCnt="0"/>
      <dgm:spPr/>
    </dgm:pt>
    <dgm:pt modelId="{426E017B-D2D6-4A97-8AD3-B565CC920F28}" type="pres">
      <dgm:prSet presAssocID="{8745E74D-1634-46B3-933E-D626B0C08457}" presName="ParentBackground" presStyleLbl="fgAcc1" presStyleIdx="4" presStyleCnt="6"/>
      <dgm:spPr/>
    </dgm:pt>
    <dgm:pt modelId="{E77F33D0-4E20-4046-84E7-F75CC559174C}" type="pres">
      <dgm:prSet presAssocID="{8745E74D-1634-46B3-933E-D626B0C08457}" presName="Parent2" presStyleLbl="revTx" presStyleIdx="0" presStyleCnt="0">
        <dgm:presLayoutVars>
          <dgm:chMax val="1"/>
          <dgm:chPref val="1"/>
          <dgm:bulletEnabled val="1"/>
        </dgm:presLayoutVars>
      </dgm:prSet>
      <dgm:spPr/>
    </dgm:pt>
    <dgm:pt modelId="{E154733F-3166-45D2-9DBC-0737C1C5B33C}" type="pres">
      <dgm:prSet presAssocID="{047554B9-A371-46AD-9C77-E2C9CBCB0A16}" presName="Accent1" presStyleCnt="0"/>
      <dgm:spPr/>
    </dgm:pt>
    <dgm:pt modelId="{868AC0C8-FA34-4586-9904-2F7400197C72}" type="pres">
      <dgm:prSet presAssocID="{047554B9-A371-46AD-9C77-E2C9CBCB0A16}" presName="Accent" presStyleLbl="node1" presStyleIdx="5" presStyleCnt="6"/>
      <dgm:spPr/>
    </dgm:pt>
    <dgm:pt modelId="{ED184BBD-6E32-4533-8D58-C67D68F20B9F}" type="pres">
      <dgm:prSet presAssocID="{047554B9-A371-46AD-9C77-E2C9CBCB0A16}" presName="ParentBackground1" presStyleCnt="0"/>
      <dgm:spPr/>
    </dgm:pt>
    <dgm:pt modelId="{937E3DE8-8C2F-425D-8BA3-D6335ED73A4B}" type="pres">
      <dgm:prSet presAssocID="{047554B9-A371-46AD-9C77-E2C9CBCB0A16}" presName="ParentBackground" presStyleLbl="fgAcc1" presStyleIdx="5" presStyleCnt="6"/>
      <dgm:spPr/>
    </dgm:pt>
    <dgm:pt modelId="{BDD4013A-F6B9-4F5A-81C9-0D64957F511A}" type="pres">
      <dgm:prSet presAssocID="{047554B9-A371-46AD-9C77-E2C9CBCB0A16}" presName="Parent1" presStyleLbl="revTx" presStyleIdx="0" presStyleCnt="0">
        <dgm:presLayoutVars>
          <dgm:chMax val="1"/>
          <dgm:chPref val="1"/>
          <dgm:bulletEnabled val="1"/>
        </dgm:presLayoutVars>
      </dgm:prSet>
      <dgm:spPr/>
    </dgm:pt>
  </dgm:ptLst>
  <dgm:cxnLst>
    <dgm:cxn modelId="{DF1FB209-82F1-44E2-A5CA-0CB73B0DADEA}" srcId="{6DCA194C-B3FA-4582-B5A6-9993D614A46F}" destId="{047554B9-A371-46AD-9C77-E2C9CBCB0A16}" srcOrd="0" destOrd="0" parTransId="{FE49D20C-9935-4ADA-ACE8-ED514B01EFCF}" sibTransId="{00FD533D-5620-4DF0-BA0E-61AB77D3B4AE}"/>
    <dgm:cxn modelId="{FAE7433B-6F5C-4D3C-9A80-2B9B5A0927AB}" type="presOf" srcId="{8745E74D-1634-46B3-933E-D626B0C08457}" destId="{426E017B-D2D6-4A97-8AD3-B565CC920F28}" srcOrd="0" destOrd="0" presId="urn:microsoft.com/office/officeart/2011/layout/CircleProcess"/>
    <dgm:cxn modelId="{E990426D-C768-423C-AF81-80EA6448E939}" srcId="{6DCA194C-B3FA-4582-B5A6-9993D614A46F}" destId="{D4BFD570-961E-496C-8276-8C36B1679FBF}" srcOrd="2" destOrd="0" parTransId="{C80CB113-2C89-4931-818B-D72CFB9D7282}" sibTransId="{80DE6A47-00FB-42C1-99B7-F53753CE22A6}"/>
    <dgm:cxn modelId="{FE137970-A97A-4928-9909-BAA8A9220BF6}" type="presOf" srcId="{D65FB67D-7752-47C9-A072-0C1C9A536ECF}" destId="{631F1B4D-7F42-4455-851F-69AC013C1604}" srcOrd="0" destOrd="0" presId="urn:microsoft.com/office/officeart/2011/layout/CircleProcess"/>
    <dgm:cxn modelId="{0D72BC71-0C88-45F7-AD46-7D30ED1A562B}" type="presOf" srcId="{8DFF72BB-72DB-4997-80DE-45E89D6EFEB1}" destId="{521DF466-7D9D-4CEE-ABA8-AE7EEBFA5F44}" srcOrd="0" destOrd="0" presId="urn:microsoft.com/office/officeart/2011/layout/CircleProcess"/>
    <dgm:cxn modelId="{A2339C5A-D659-467D-9C95-9FAB617D5CC5}" type="presOf" srcId="{D4BFD570-961E-496C-8276-8C36B1679FBF}" destId="{A0263BF0-89A2-41D0-87D5-CE4BDB224D9A}" srcOrd="1" destOrd="0" presId="urn:microsoft.com/office/officeart/2011/layout/CircleProcess"/>
    <dgm:cxn modelId="{FBE2647B-7353-43DA-84DD-5AB5AD5BF164}" type="presOf" srcId="{047554B9-A371-46AD-9C77-E2C9CBCB0A16}" destId="{937E3DE8-8C2F-425D-8BA3-D6335ED73A4B}" srcOrd="0" destOrd="0" presId="urn:microsoft.com/office/officeart/2011/layout/CircleProcess"/>
    <dgm:cxn modelId="{48BE9C7F-8C64-4FBD-80F9-F19DD2090163}" type="presOf" srcId="{047554B9-A371-46AD-9C77-E2C9CBCB0A16}" destId="{BDD4013A-F6B9-4F5A-81C9-0D64957F511A}" srcOrd="1" destOrd="0" presId="urn:microsoft.com/office/officeart/2011/layout/CircleProcess"/>
    <dgm:cxn modelId="{6410A97F-BAAE-4B09-9C22-9A602369442D}" srcId="{6DCA194C-B3FA-4582-B5A6-9993D614A46F}" destId="{8745E74D-1634-46B3-933E-D626B0C08457}" srcOrd="1" destOrd="0" parTransId="{E520EE8D-BA35-47A7-93D9-DD8BDABCD102}" sibTransId="{F4263015-7B9D-441E-9FD1-2DC5A3D8961B}"/>
    <dgm:cxn modelId="{C2609B8C-D742-4618-9729-EE7C05AE4898}" type="presOf" srcId="{D118DBC8-D078-4DCD-B9BA-C2BE17446A7B}" destId="{A813044C-8269-4250-8C31-A5348D8DE3BA}" srcOrd="0" destOrd="0" presId="urn:microsoft.com/office/officeart/2011/layout/CircleProcess"/>
    <dgm:cxn modelId="{45344697-EBB5-4158-BBC2-BA5BB0ED8B58}" srcId="{6DCA194C-B3FA-4582-B5A6-9993D614A46F}" destId="{D65FB67D-7752-47C9-A072-0C1C9A536ECF}" srcOrd="5" destOrd="0" parTransId="{8CA89681-A72A-4A5A-8B8E-FF261C3092F6}" sibTransId="{C17FAEE3-64CD-47CC-B0F6-3640028A8322}"/>
    <dgm:cxn modelId="{C1FC8597-9FB1-488E-9258-8174797C58C7}" type="presOf" srcId="{8DFF72BB-72DB-4997-80DE-45E89D6EFEB1}" destId="{394897E9-12AA-4C61-ABAA-65C67E6CA7B3}" srcOrd="1" destOrd="0" presId="urn:microsoft.com/office/officeart/2011/layout/CircleProcess"/>
    <dgm:cxn modelId="{2D6EF0C0-2374-434B-BE57-678C07E6DC84}" type="presOf" srcId="{D65FB67D-7752-47C9-A072-0C1C9A536ECF}" destId="{4E6F5365-DD27-455B-948D-CCE4F624F1B5}" srcOrd="1" destOrd="0" presId="urn:microsoft.com/office/officeart/2011/layout/CircleProcess"/>
    <dgm:cxn modelId="{FBF888C1-FAEF-4A2F-835C-F211981F656A}" srcId="{6DCA194C-B3FA-4582-B5A6-9993D614A46F}" destId="{8DFF72BB-72DB-4997-80DE-45E89D6EFEB1}" srcOrd="4" destOrd="0" parTransId="{DDD865B0-4DE2-4572-9E31-A7FF367DD91E}" sibTransId="{6F420AB6-86E7-43DE-AC35-F132A678AD68}"/>
    <dgm:cxn modelId="{66F40AD1-F025-4CB0-B017-0C2A44FE370E}" type="presOf" srcId="{D4BFD570-961E-496C-8276-8C36B1679FBF}" destId="{16A15123-472C-4E1B-8F56-DDE9E6A91A40}" srcOrd="0" destOrd="0" presId="urn:microsoft.com/office/officeart/2011/layout/CircleProcess"/>
    <dgm:cxn modelId="{2EDF31D5-0EF1-4193-97DF-929BF758E460}" type="presOf" srcId="{6DCA194C-B3FA-4582-B5A6-9993D614A46F}" destId="{64AD7F0B-D5DD-4C2B-96D9-7979AB2A6B83}" srcOrd="0" destOrd="0" presId="urn:microsoft.com/office/officeart/2011/layout/CircleProcess"/>
    <dgm:cxn modelId="{3B4418DC-E2B8-496B-B531-C81A53D80C77}" type="presOf" srcId="{8745E74D-1634-46B3-933E-D626B0C08457}" destId="{E77F33D0-4E20-4046-84E7-F75CC559174C}" srcOrd="1" destOrd="0" presId="urn:microsoft.com/office/officeart/2011/layout/CircleProcess"/>
    <dgm:cxn modelId="{82869FF0-8744-40A2-BA93-E23B9839F284}" type="presOf" srcId="{D118DBC8-D078-4DCD-B9BA-C2BE17446A7B}" destId="{278134D4-3E10-4A56-9B63-51F18CE48AD7}" srcOrd="1" destOrd="0" presId="urn:microsoft.com/office/officeart/2011/layout/CircleProcess"/>
    <dgm:cxn modelId="{69BD0DF7-3B94-49C2-9654-AB5A1B79AE66}" srcId="{6DCA194C-B3FA-4582-B5A6-9993D614A46F}" destId="{D118DBC8-D078-4DCD-B9BA-C2BE17446A7B}" srcOrd="3" destOrd="0" parTransId="{01095D0F-7A73-40BB-B004-AE2D7E2BCBA0}" sibTransId="{35DCA29D-3632-4B0C-984D-19272B5B1DE4}"/>
    <dgm:cxn modelId="{E049ABA8-1A52-4141-AE26-79E73259D357}" type="presParOf" srcId="{64AD7F0B-D5DD-4C2B-96D9-7979AB2A6B83}" destId="{E41D04CD-E567-420D-BB07-2F79BFA8EE38}" srcOrd="0" destOrd="0" presId="urn:microsoft.com/office/officeart/2011/layout/CircleProcess"/>
    <dgm:cxn modelId="{2F0CD246-A93C-428A-9EED-54B650E8B8E5}" type="presParOf" srcId="{E41D04CD-E567-420D-BB07-2F79BFA8EE38}" destId="{72C2F20B-D048-41CE-AAE1-D12A3554F674}" srcOrd="0" destOrd="0" presId="urn:microsoft.com/office/officeart/2011/layout/CircleProcess"/>
    <dgm:cxn modelId="{DCA64610-B77F-4095-8471-2EE7D66A9C70}" type="presParOf" srcId="{64AD7F0B-D5DD-4C2B-96D9-7979AB2A6B83}" destId="{3F0979D9-C8E4-4478-907A-733F44F07BCD}" srcOrd="1" destOrd="0" presId="urn:microsoft.com/office/officeart/2011/layout/CircleProcess"/>
    <dgm:cxn modelId="{21FD4C52-D1FF-499C-8A94-B3BE9D80FD2B}" type="presParOf" srcId="{3F0979D9-C8E4-4478-907A-733F44F07BCD}" destId="{631F1B4D-7F42-4455-851F-69AC013C1604}" srcOrd="0" destOrd="0" presId="urn:microsoft.com/office/officeart/2011/layout/CircleProcess"/>
    <dgm:cxn modelId="{D7D568A2-D37F-422D-B7C9-BA15752CCF81}" type="presParOf" srcId="{64AD7F0B-D5DD-4C2B-96D9-7979AB2A6B83}" destId="{4E6F5365-DD27-455B-948D-CCE4F624F1B5}" srcOrd="2" destOrd="0" presId="urn:microsoft.com/office/officeart/2011/layout/CircleProcess"/>
    <dgm:cxn modelId="{0CF4CE10-FAD2-43B8-8E31-B5A6AEA63416}" type="presParOf" srcId="{64AD7F0B-D5DD-4C2B-96D9-7979AB2A6B83}" destId="{182CA56A-840F-4ABC-8DB3-36DD0B968C45}" srcOrd="3" destOrd="0" presId="urn:microsoft.com/office/officeart/2011/layout/CircleProcess"/>
    <dgm:cxn modelId="{8A2ABB58-1FB9-4894-8E24-9C1F082C0FDD}" type="presParOf" srcId="{182CA56A-840F-4ABC-8DB3-36DD0B968C45}" destId="{245CB0BF-F77F-445D-B692-99B89AC2833B}" srcOrd="0" destOrd="0" presId="urn:microsoft.com/office/officeart/2011/layout/CircleProcess"/>
    <dgm:cxn modelId="{78060E8F-A74B-4D3A-9FD3-B7ACEDB35C10}" type="presParOf" srcId="{64AD7F0B-D5DD-4C2B-96D9-7979AB2A6B83}" destId="{B75573AE-1D1A-4D48-8BB8-C821EFC9E1F5}" srcOrd="4" destOrd="0" presId="urn:microsoft.com/office/officeart/2011/layout/CircleProcess"/>
    <dgm:cxn modelId="{1B365A58-4132-4646-B654-C97407873683}" type="presParOf" srcId="{B75573AE-1D1A-4D48-8BB8-C821EFC9E1F5}" destId="{521DF466-7D9D-4CEE-ABA8-AE7EEBFA5F44}" srcOrd="0" destOrd="0" presId="urn:microsoft.com/office/officeart/2011/layout/CircleProcess"/>
    <dgm:cxn modelId="{FE713D52-F68C-4059-8103-C4B14F162CC1}" type="presParOf" srcId="{64AD7F0B-D5DD-4C2B-96D9-7979AB2A6B83}" destId="{394897E9-12AA-4C61-ABAA-65C67E6CA7B3}" srcOrd="5" destOrd="0" presId="urn:microsoft.com/office/officeart/2011/layout/CircleProcess"/>
    <dgm:cxn modelId="{98FF66B9-18BF-4CDD-98A8-64A7A5637425}" type="presParOf" srcId="{64AD7F0B-D5DD-4C2B-96D9-7979AB2A6B83}" destId="{2D86E5AB-7484-4867-874B-961C55C7FCE8}" srcOrd="6" destOrd="0" presId="urn:microsoft.com/office/officeart/2011/layout/CircleProcess"/>
    <dgm:cxn modelId="{4A9CDA6B-589E-4020-8256-9F6908157201}" type="presParOf" srcId="{2D86E5AB-7484-4867-874B-961C55C7FCE8}" destId="{65319E87-3899-416E-B95D-E676740ED60B}" srcOrd="0" destOrd="0" presId="urn:microsoft.com/office/officeart/2011/layout/CircleProcess"/>
    <dgm:cxn modelId="{BF42A047-CCC5-42DA-8C08-7DDE95D30BA1}" type="presParOf" srcId="{64AD7F0B-D5DD-4C2B-96D9-7979AB2A6B83}" destId="{0E3FCA25-3AF6-4CEF-AE44-4CA7D0A33FCD}" srcOrd="7" destOrd="0" presId="urn:microsoft.com/office/officeart/2011/layout/CircleProcess"/>
    <dgm:cxn modelId="{096AA6B0-F107-4894-A72B-9E9C12CB7624}" type="presParOf" srcId="{0E3FCA25-3AF6-4CEF-AE44-4CA7D0A33FCD}" destId="{A813044C-8269-4250-8C31-A5348D8DE3BA}" srcOrd="0" destOrd="0" presId="urn:microsoft.com/office/officeart/2011/layout/CircleProcess"/>
    <dgm:cxn modelId="{F007B07E-11C4-4383-B9CC-4B60E976641A}" type="presParOf" srcId="{64AD7F0B-D5DD-4C2B-96D9-7979AB2A6B83}" destId="{278134D4-3E10-4A56-9B63-51F18CE48AD7}" srcOrd="8" destOrd="0" presId="urn:microsoft.com/office/officeart/2011/layout/CircleProcess"/>
    <dgm:cxn modelId="{29D0E9A5-B866-4C4D-9888-A3C0ECBA443F}" type="presParOf" srcId="{64AD7F0B-D5DD-4C2B-96D9-7979AB2A6B83}" destId="{8A803F5A-949E-438E-B18D-D2AFD1A15959}" srcOrd="9" destOrd="0" presId="urn:microsoft.com/office/officeart/2011/layout/CircleProcess"/>
    <dgm:cxn modelId="{2CFFB701-7C7E-4EE0-9064-FB9CB0FC24DF}" type="presParOf" srcId="{8A803F5A-949E-438E-B18D-D2AFD1A15959}" destId="{6AD13817-F5F4-4414-9452-A8EA49B97066}" srcOrd="0" destOrd="0" presId="urn:microsoft.com/office/officeart/2011/layout/CircleProcess"/>
    <dgm:cxn modelId="{BCADB9F3-1A62-4D6B-8E0A-D4FE7FD959F7}" type="presParOf" srcId="{64AD7F0B-D5DD-4C2B-96D9-7979AB2A6B83}" destId="{37A2D1EE-EFD8-4D1E-881B-222A0F8D0D90}" srcOrd="10" destOrd="0" presId="urn:microsoft.com/office/officeart/2011/layout/CircleProcess"/>
    <dgm:cxn modelId="{BB76FE3F-76DD-4BA0-82BD-F8C8356D5E1B}" type="presParOf" srcId="{37A2D1EE-EFD8-4D1E-881B-222A0F8D0D90}" destId="{16A15123-472C-4E1B-8F56-DDE9E6A91A40}" srcOrd="0" destOrd="0" presId="urn:microsoft.com/office/officeart/2011/layout/CircleProcess"/>
    <dgm:cxn modelId="{6D2C92AB-A687-4F52-9796-822FFEC402CA}" type="presParOf" srcId="{64AD7F0B-D5DD-4C2B-96D9-7979AB2A6B83}" destId="{A0263BF0-89A2-41D0-87D5-CE4BDB224D9A}" srcOrd="11" destOrd="0" presId="urn:microsoft.com/office/officeart/2011/layout/CircleProcess"/>
    <dgm:cxn modelId="{CFC31534-3ECB-4ECE-8141-C34BD532984D}" type="presParOf" srcId="{64AD7F0B-D5DD-4C2B-96D9-7979AB2A6B83}" destId="{4475A392-77C7-4D0C-857C-9A3751C6B7AA}" srcOrd="12" destOrd="0" presId="urn:microsoft.com/office/officeart/2011/layout/CircleProcess"/>
    <dgm:cxn modelId="{551E43D9-AFE2-4DFA-8FD8-7E2B97154CD6}" type="presParOf" srcId="{4475A392-77C7-4D0C-857C-9A3751C6B7AA}" destId="{3B88794E-F95A-4037-AF18-D472A673588A}" srcOrd="0" destOrd="0" presId="urn:microsoft.com/office/officeart/2011/layout/CircleProcess"/>
    <dgm:cxn modelId="{C1EFF721-06EB-4D79-86DD-761940D2BEBF}" type="presParOf" srcId="{64AD7F0B-D5DD-4C2B-96D9-7979AB2A6B83}" destId="{09B19DB5-6DBF-4CF8-9CF2-64CB3F0EB53E}" srcOrd="13" destOrd="0" presId="urn:microsoft.com/office/officeart/2011/layout/CircleProcess"/>
    <dgm:cxn modelId="{2E48CA41-262E-456A-BE8A-91DD118A9E16}" type="presParOf" srcId="{09B19DB5-6DBF-4CF8-9CF2-64CB3F0EB53E}" destId="{426E017B-D2D6-4A97-8AD3-B565CC920F28}" srcOrd="0" destOrd="0" presId="urn:microsoft.com/office/officeart/2011/layout/CircleProcess"/>
    <dgm:cxn modelId="{60CB1351-1EF0-4516-AC11-80F5BBC8C8D0}" type="presParOf" srcId="{64AD7F0B-D5DD-4C2B-96D9-7979AB2A6B83}" destId="{E77F33D0-4E20-4046-84E7-F75CC559174C}" srcOrd="14" destOrd="0" presId="urn:microsoft.com/office/officeart/2011/layout/CircleProcess"/>
    <dgm:cxn modelId="{84B9C864-C541-4000-9979-FCE415A71D59}" type="presParOf" srcId="{64AD7F0B-D5DD-4C2B-96D9-7979AB2A6B83}" destId="{E154733F-3166-45D2-9DBC-0737C1C5B33C}" srcOrd="15" destOrd="0" presId="urn:microsoft.com/office/officeart/2011/layout/CircleProcess"/>
    <dgm:cxn modelId="{1AE351A0-C4E5-4BE7-AA8F-3B1E97BC570B}" type="presParOf" srcId="{E154733F-3166-45D2-9DBC-0737C1C5B33C}" destId="{868AC0C8-FA34-4586-9904-2F7400197C72}" srcOrd="0" destOrd="0" presId="urn:microsoft.com/office/officeart/2011/layout/CircleProcess"/>
    <dgm:cxn modelId="{83A1A9AB-CD55-4C45-AD31-B7E2476578F9}" type="presParOf" srcId="{64AD7F0B-D5DD-4C2B-96D9-7979AB2A6B83}" destId="{ED184BBD-6E32-4533-8D58-C67D68F20B9F}" srcOrd="16" destOrd="0" presId="urn:microsoft.com/office/officeart/2011/layout/CircleProcess"/>
    <dgm:cxn modelId="{56971E5A-9205-486D-8511-31779E207EF2}" type="presParOf" srcId="{ED184BBD-6E32-4533-8D58-C67D68F20B9F}" destId="{937E3DE8-8C2F-425D-8BA3-D6335ED73A4B}" srcOrd="0" destOrd="0" presId="urn:microsoft.com/office/officeart/2011/layout/CircleProcess"/>
    <dgm:cxn modelId="{42CC5448-EA07-4D77-B738-A8092D05DACB}" type="presParOf" srcId="{64AD7F0B-D5DD-4C2B-96D9-7979AB2A6B83}" destId="{BDD4013A-F6B9-4F5A-81C9-0D64957F511A}" srcOrd="17"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C2F20B-D048-41CE-AAE1-D12A3554F674}">
      <dsp:nvSpPr>
        <dsp:cNvPr id="0" name=""/>
        <dsp:cNvSpPr/>
      </dsp:nvSpPr>
      <dsp:spPr>
        <a:xfrm>
          <a:off x="9439795" y="1522186"/>
          <a:ext cx="1740130" cy="1739799"/>
        </a:xfrm>
        <a:prstGeom prst="ellipse">
          <a:avLst/>
        </a:prstGeom>
        <a:gradFill rotWithShape="0">
          <a:gsLst>
            <a:gs pos="0">
              <a:schemeClr val="accent3">
                <a:shade val="80000"/>
                <a:hueOff val="0"/>
                <a:satOff val="0"/>
                <a:lumOff val="0"/>
                <a:alphaOff val="0"/>
                <a:lumMod val="110000"/>
                <a:satMod val="105000"/>
                <a:tint val="67000"/>
              </a:schemeClr>
            </a:gs>
            <a:gs pos="50000">
              <a:schemeClr val="accent3">
                <a:shade val="80000"/>
                <a:hueOff val="0"/>
                <a:satOff val="0"/>
                <a:lumOff val="0"/>
                <a:alphaOff val="0"/>
                <a:lumMod val="105000"/>
                <a:satMod val="103000"/>
                <a:tint val="73000"/>
              </a:schemeClr>
            </a:gs>
            <a:gs pos="100000">
              <a:schemeClr val="accent3">
                <a:shade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631F1B4D-7F42-4455-851F-69AC013C1604}">
      <dsp:nvSpPr>
        <dsp:cNvPr id="0" name=""/>
        <dsp:cNvSpPr/>
      </dsp:nvSpPr>
      <dsp:spPr>
        <a:xfrm>
          <a:off x="9498389" y="1580189"/>
          <a:ext cx="1624047" cy="1623792"/>
        </a:xfrm>
        <a:prstGeom prst="ellipse">
          <a:avLst/>
        </a:prstGeom>
        <a:solidFill>
          <a:schemeClr val="lt1">
            <a:alpha val="90000"/>
            <a:hueOff val="0"/>
            <a:satOff val="0"/>
            <a:lumOff val="0"/>
            <a:alphaOff val="0"/>
          </a:schemeClr>
        </a:solidFill>
        <a:ln w="6350" cap="flat" cmpd="sng" algn="ctr">
          <a:solidFill>
            <a:schemeClr val="accent3">
              <a:shade val="8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kern="1200">
              <a:latin typeface="Google Sans" panose="020B0604020202020204" charset="0"/>
            </a:rPr>
            <a:t>Recommendations</a:t>
          </a:r>
          <a:endParaRPr lang="en-IN" sz="1100" kern="1200" dirty="0">
            <a:latin typeface="Google Sans" panose="020B0604020202020204" charset="0"/>
          </a:endParaRPr>
        </a:p>
      </dsp:txBody>
      <dsp:txXfrm>
        <a:off x="9730554" y="1812203"/>
        <a:ext cx="1159718" cy="1159764"/>
      </dsp:txXfrm>
    </dsp:sp>
    <dsp:sp modelId="{245CB0BF-F77F-445D-B692-99B89AC2833B}">
      <dsp:nvSpPr>
        <dsp:cNvPr id="0" name=""/>
        <dsp:cNvSpPr/>
      </dsp:nvSpPr>
      <dsp:spPr>
        <a:xfrm rot="2700000">
          <a:off x="7642299" y="1521990"/>
          <a:ext cx="1739885" cy="1739885"/>
        </a:xfrm>
        <a:prstGeom prst="teardrop">
          <a:avLst>
            <a:gd name="adj" fmla="val 100000"/>
          </a:avLst>
        </a:prstGeom>
        <a:gradFill rotWithShape="0">
          <a:gsLst>
            <a:gs pos="0">
              <a:schemeClr val="accent3">
                <a:shade val="80000"/>
                <a:hueOff val="0"/>
                <a:satOff val="0"/>
                <a:lumOff val="3818"/>
                <a:alphaOff val="0"/>
                <a:lumMod val="110000"/>
                <a:satMod val="105000"/>
                <a:tint val="67000"/>
              </a:schemeClr>
            </a:gs>
            <a:gs pos="50000">
              <a:schemeClr val="accent3">
                <a:shade val="80000"/>
                <a:hueOff val="0"/>
                <a:satOff val="0"/>
                <a:lumOff val="3818"/>
                <a:alphaOff val="0"/>
                <a:lumMod val="105000"/>
                <a:satMod val="103000"/>
                <a:tint val="73000"/>
              </a:schemeClr>
            </a:gs>
            <a:gs pos="100000">
              <a:schemeClr val="accent3">
                <a:shade val="80000"/>
                <a:hueOff val="0"/>
                <a:satOff val="0"/>
                <a:lumOff val="381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21DF466-7D9D-4CEE-ABA8-AE7EEBFA5F44}">
      <dsp:nvSpPr>
        <dsp:cNvPr id="0" name=""/>
        <dsp:cNvSpPr/>
      </dsp:nvSpPr>
      <dsp:spPr>
        <a:xfrm>
          <a:off x="7700770" y="1580189"/>
          <a:ext cx="1624047" cy="1623792"/>
        </a:xfrm>
        <a:prstGeom prst="ellipse">
          <a:avLst/>
        </a:prstGeom>
        <a:solidFill>
          <a:schemeClr val="lt1">
            <a:alpha val="90000"/>
            <a:hueOff val="0"/>
            <a:satOff val="0"/>
            <a:lumOff val="0"/>
            <a:alphaOff val="0"/>
          </a:schemeClr>
        </a:solidFill>
        <a:ln w="6350" cap="flat" cmpd="sng" algn="ctr">
          <a:solidFill>
            <a:schemeClr val="accent3">
              <a:shade val="80000"/>
              <a:hueOff val="0"/>
              <a:satOff val="0"/>
              <a:lumOff val="381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kern="1200">
              <a:latin typeface="Google Sans" panose="020B0604020202020204" charset="0"/>
            </a:rPr>
            <a:t>Detailed Analysis</a:t>
          </a:r>
          <a:endParaRPr lang="en-IN" sz="1100" kern="1200" dirty="0">
            <a:latin typeface="Google Sans" panose="020B0604020202020204" charset="0"/>
          </a:endParaRPr>
        </a:p>
      </dsp:txBody>
      <dsp:txXfrm>
        <a:off x="7932935" y="1812203"/>
        <a:ext cx="1159718" cy="1159764"/>
      </dsp:txXfrm>
    </dsp:sp>
    <dsp:sp modelId="{65319E87-3899-416E-B95D-E676740ED60B}">
      <dsp:nvSpPr>
        <dsp:cNvPr id="0" name=""/>
        <dsp:cNvSpPr/>
      </dsp:nvSpPr>
      <dsp:spPr>
        <a:xfrm rot="2700000">
          <a:off x="5844680" y="1521990"/>
          <a:ext cx="1739885" cy="1739885"/>
        </a:xfrm>
        <a:prstGeom prst="teardrop">
          <a:avLst>
            <a:gd name="adj" fmla="val 100000"/>
          </a:avLst>
        </a:prstGeom>
        <a:gradFill rotWithShape="0">
          <a:gsLst>
            <a:gs pos="0">
              <a:schemeClr val="accent3">
                <a:shade val="80000"/>
                <a:hueOff val="0"/>
                <a:satOff val="0"/>
                <a:lumOff val="7637"/>
                <a:alphaOff val="0"/>
                <a:lumMod val="110000"/>
                <a:satMod val="105000"/>
                <a:tint val="67000"/>
              </a:schemeClr>
            </a:gs>
            <a:gs pos="50000">
              <a:schemeClr val="accent3">
                <a:shade val="80000"/>
                <a:hueOff val="0"/>
                <a:satOff val="0"/>
                <a:lumOff val="7637"/>
                <a:alphaOff val="0"/>
                <a:lumMod val="105000"/>
                <a:satMod val="103000"/>
                <a:tint val="73000"/>
              </a:schemeClr>
            </a:gs>
            <a:gs pos="100000">
              <a:schemeClr val="accent3">
                <a:shade val="80000"/>
                <a:hueOff val="0"/>
                <a:satOff val="0"/>
                <a:lumOff val="763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A813044C-8269-4250-8C31-A5348D8DE3BA}">
      <dsp:nvSpPr>
        <dsp:cNvPr id="0" name=""/>
        <dsp:cNvSpPr/>
      </dsp:nvSpPr>
      <dsp:spPr>
        <a:xfrm>
          <a:off x="5903152" y="1580189"/>
          <a:ext cx="1624047" cy="1623792"/>
        </a:xfrm>
        <a:prstGeom prst="ellipse">
          <a:avLst/>
        </a:prstGeom>
        <a:solidFill>
          <a:schemeClr val="lt1">
            <a:alpha val="90000"/>
            <a:hueOff val="0"/>
            <a:satOff val="0"/>
            <a:lumOff val="0"/>
            <a:alphaOff val="0"/>
          </a:schemeClr>
        </a:solidFill>
        <a:ln w="6350" cap="flat" cmpd="sng" algn="ctr">
          <a:solidFill>
            <a:schemeClr val="accent3">
              <a:shade val="80000"/>
              <a:hueOff val="0"/>
              <a:satOff val="0"/>
              <a:lumOff val="7637"/>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kern="1200" dirty="0">
              <a:latin typeface="Google Sans" panose="020B0604020202020204" charset="0"/>
            </a:rPr>
            <a:t>Summary of Analysis</a:t>
          </a:r>
        </a:p>
      </dsp:txBody>
      <dsp:txXfrm>
        <a:off x="6135317" y="1812203"/>
        <a:ext cx="1159718" cy="1159764"/>
      </dsp:txXfrm>
    </dsp:sp>
    <dsp:sp modelId="{6AD13817-F5F4-4414-9452-A8EA49B97066}">
      <dsp:nvSpPr>
        <dsp:cNvPr id="0" name=""/>
        <dsp:cNvSpPr/>
      </dsp:nvSpPr>
      <dsp:spPr>
        <a:xfrm rot="2700000">
          <a:off x="4047062" y="1521990"/>
          <a:ext cx="1739885" cy="1739885"/>
        </a:xfrm>
        <a:prstGeom prst="teardrop">
          <a:avLst>
            <a:gd name="adj" fmla="val 100000"/>
          </a:avLst>
        </a:prstGeom>
        <a:gradFill rotWithShape="0">
          <a:gsLst>
            <a:gs pos="0">
              <a:schemeClr val="accent3">
                <a:shade val="80000"/>
                <a:hueOff val="0"/>
                <a:satOff val="0"/>
                <a:lumOff val="11455"/>
                <a:alphaOff val="0"/>
                <a:lumMod val="110000"/>
                <a:satMod val="105000"/>
                <a:tint val="67000"/>
              </a:schemeClr>
            </a:gs>
            <a:gs pos="50000">
              <a:schemeClr val="accent3">
                <a:shade val="80000"/>
                <a:hueOff val="0"/>
                <a:satOff val="0"/>
                <a:lumOff val="11455"/>
                <a:alphaOff val="0"/>
                <a:lumMod val="105000"/>
                <a:satMod val="103000"/>
                <a:tint val="73000"/>
              </a:schemeClr>
            </a:gs>
            <a:gs pos="100000">
              <a:schemeClr val="accent3">
                <a:shade val="80000"/>
                <a:hueOff val="0"/>
                <a:satOff val="0"/>
                <a:lumOff val="1145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16A15123-472C-4E1B-8F56-DDE9E6A91A40}">
      <dsp:nvSpPr>
        <dsp:cNvPr id="0" name=""/>
        <dsp:cNvSpPr/>
      </dsp:nvSpPr>
      <dsp:spPr>
        <a:xfrm>
          <a:off x="4105533" y="1580189"/>
          <a:ext cx="1624047" cy="1623792"/>
        </a:xfrm>
        <a:prstGeom prst="ellipse">
          <a:avLst/>
        </a:prstGeom>
        <a:solidFill>
          <a:schemeClr val="lt1">
            <a:alpha val="90000"/>
            <a:hueOff val="0"/>
            <a:satOff val="0"/>
            <a:lumOff val="0"/>
            <a:alphaOff val="0"/>
          </a:schemeClr>
        </a:solidFill>
        <a:ln w="6350" cap="flat" cmpd="sng" algn="ctr">
          <a:solidFill>
            <a:schemeClr val="accent3">
              <a:shade val="80000"/>
              <a:hueOff val="0"/>
              <a:satOff val="0"/>
              <a:lumOff val="1145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kern="1200">
              <a:latin typeface="Google Sans" panose="020B0604020202020204" charset="0"/>
            </a:rPr>
            <a:t>Data cleaning and manipulation</a:t>
          </a:r>
          <a:endParaRPr lang="en-IN" sz="1100" kern="1200" dirty="0">
            <a:latin typeface="Google Sans" panose="020B0604020202020204" charset="0"/>
          </a:endParaRPr>
        </a:p>
      </dsp:txBody>
      <dsp:txXfrm>
        <a:off x="4336592" y="1812203"/>
        <a:ext cx="1159718" cy="1159764"/>
      </dsp:txXfrm>
    </dsp:sp>
    <dsp:sp modelId="{3B88794E-F95A-4037-AF18-D472A673588A}">
      <dsp:nvSpPr>
        <dsp:cNvPr id="0" name=""/>
        <dsp:cNvSpPr/>
      </dsp:nvSpPr>
      <dsp:spPr>
        <a:xfrm rot="2700000">
          <a:off x="2249443" y="1521990"/>
          <a:ext cx="1739885" cy="1739885"/>
        </a:xfrm>
        <a:prstGeom prst="teardrop">
          <a:avLst>
            <a:gd name="adj" fmla="val 100000"/>
          </a:avLst>
        </a:prstGeom>
        <a:gradFill rotWithShape="0">
          <a:gsLst>
            <a:gs pos="0">
              <a:schemeClr val="accent3">
                <a:shade val="80000"/>
                <a:hueOff val="0"/>
                <a:satOff val="0"/>
                <a:lumOff val="15274"/>
                <a:alphaOff val="0"/>
                <a:lumMod val="110000"/>
                <a:satMod val="105000"/>
                <a:tint val="67000"/>
              </a:schemeClr>
            </a:gs>
            <a:gs pos="50000">
              <a:schemeClr val="accent3">
                <a:shade val="80000"/>
                <a:hueOff val="0"/>
                <a:satOff val="0"/>
                <a:lumOff val="15274"/>
                <a:alphaOff val="0"/>
                <a:lumMod val="105000"/>
                <a:satMod val="103000"/>
                <a:tint val="73000"/>
              </a:schemeClr>
            </a:gs>
            <a:gs pos="100000">
              <a:schemeClr val="accent3">
                <a:shade val="80000"/>
                <a:hueOff val="0"/>
                <a:satOff val="0"/>
                <a:lumOff val="1527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426E017B-D2D6-4A97-8AD3-B565CC920F28}">
      <dsp:nvSpPr>
        <dsp:cNvPr id="0" name=""/>
        <dsp:cNvSpPr/>
      </dsp:nvSpPr>
      <dsp:spPr>
        <a:xfrm>
          <a:off x="2307914" y="1580189"/>
          <a:ext cx="1624047" cy="1623792"/>
        </a:xfrm>
        <a:prstGeom prst="ellipse">
          <a:avLst/>
        </a:prstGeom>
        <a:solidFill>
          <a:schemeClr val="lt1">
            <a:alpha val="90000"/>
            <a:hueOff val="0"/>
            <a:satOff val="0"/>
            <a:lumOff val="0"/>
            <a:alphaOff val="0"/>
          </a:schemeClr>
        </a:solidFill>
        <a:ln w="6350" cap="flat" cmpd="sng" algn="ctr">
          <a:solidFill>
            <a:schemeClr val="accent3">
              <a:shade val="80000"/>
              <a:hueOff val="0"/>
              <a:satOff val="0"/>
              <a:lumOff val="1527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kern="1200">
              <a:latin typeface="Google Sans" panose="020B0604020202020204" charset="0"/>
            </a:rPr>
            <a:t>Data Source</a:t>
          </a:r>
          <a:endParaRPr lang="en-IN" sz="1100" kern="1200" dirty="0">
            <a:latin typeface="Google Sans" panose="020B0604020202020204" charset="0"/>
          </a:endParaRPr>
        </a:p>
      </dsp:txBody>
      <dsp:txXfrm>
        <a:off x="2538974" y="1812203"/>
        <a:ext cx="1159718" cy="1159764"/>
      </dsp:txXfrm>
    </dsp:sp>
    <dsp:sp modelId="{868AC0C8-FA34-4586-9904-2F7400197C72}">
      <dsp:nvSpPr>
        <dsp:cNvPr id="0" name=""/>
        <dsp:cNvSpPr/>
      </dsp:nvSpPr>
      <dsp:spPr>
        <a:xfrm rot="2700000">
          <a:off x="451824" y="1521990"/>
          <a:ext cx="1739885" cy="1739885"/>
        </a:xfrm>
        <a:prstGeom prst="teardrop">
          <a:avLst>
            <a:gd name="adj" fmla="val 100000"/>
          </a:avLst>
        </a:prstGeom>
        <a:gradFill rotWithShape="0">
          <a:gsLst>
            <a:gs pos="0">
              <a:schemeClr val="accent3">
                <a:shade val="80000"/>
                <a:hueOff val="0"/>
                <a:satOff val="0"/>
                <a:lumOff val="19092"/>
                <a:alphaOff val="0"/>
                <a:lumMod val="110000"/>
                <a:satMod val="105000"/>
                <a:tint val="67000"/>
              </a:schemeClr>
            </a:gs>
            <a:gs pos="50000">
              <a:schemeClr val="accent3">
                <a:shade val="80000"/>
                <a:hueOff val="0"/>
                <a:satOff val="0"/>
                <a:lumOff val="19092"/>
                <a:alphaOff val="0"/>
                <a:lumMod val="105000"/>
                <a:satMod val="103000"/>
                <a:tint val="73000"/>
              </a:schemeClr>
            </a:gs>
            <a:gs pos="100000">
              <a:schemeClr val="accent3">
                <a:shade val="80000"/>
                <a:hueOff val="0"/>
                <a:satOff val="0"/>
                <a:lumOff val="1909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37E3DE8-8C2F-425D-8BA3-D6335ED73A4B}">
      <dsp:nvSpPr>
        <dsp:cNvPr id="0" name=""/>
        <dsp:cNvSpPr/>
      </dsp:nvSpPr>
      <dsp:spPr>
        <a:xfrm>
          <a:off x="509190" y="1580189"/>
          <a:ext cx="1624047" cy="1623792"/>
        </a:xfrm>
        <a:prstGeom prst="ellipse">
          <a:avLst/>
        </a:prstGeom>
        <a:solidFill>
          <a:schemeClr val="lt1">
            <a:alpha val="90000"/>
            <a:hueOff val="0"/>
            <a:satOff val="0"/>
            <a:lumOff val="0"/>
            <a:alphaOff val="0"/>
          </a:schemeClr>
        </a:solidFill>
        <a:ln w="6350" cap="flat" cmpd="sng" algn="ctr">
          <a:solidFill>
            <a:schemeClr val="accent3">
              <a:shade val="80000"/>
              <a:hueOff val="0"/>
              <a:satOff val="0"/>
              <a:lumOff val="1909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IN" sz="1100" kern="1200" dirty="0">
              <a:latin typeface="Google Sans" panose="020B0604020202020204" charset="0"/>
            </a:rPr>
            <a:t>Introduction</a:t>
          </a:r>
          <a:endParaRPr lang="en-IN" sz="800" kern="1200" dirty="0">
            <a:latin typeface="Google Sans" panose="020B0604020202020204" charset="0"/>
          </a:endParaRPr>
        </a:p>
      </dsp:txBody>
      <dsp:txXfrm>
        <a:off x="741355" y="1812203"/>
        <a:ext cx="1159718" cy="1159764"/>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C128-DCB6-B034-2B20-6C01F9D2FE9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C060043-827C-3BBB-06A8-719224F44C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00E1BFC-D42D-FB81-65FD-5C7D91CBBA07}"/>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5" name="Footer Placeholder 4">
            <a:extLst>
              <a:ext uri="{FF2B5EF4-FFF2-40B4-BE49-F238E27FC236}">
                <a16:creationId xmlns:a16="http://schemas.microsoft.com/office/drawing/2014/main" id="{CBA3EBC7-11F7-5EE0-2EA2-E971978F2D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301DB8-680C-3396-9356-45C56C19D3BA}"/>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2946683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6363B-B0AA-7BC6-C470-0864D3F4E0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9B91DF-C24C-2D77-EA6E-7AD8F59BB1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AE631E-4714-9325-7EA5-FFD06B39337B}"/>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5" name="Footer Placeholder 4">
            <a:extLst>
              <a:ext uri="{FF2B5EF4-FFF2-40B4-BE49-F238E27FC236}">
                <a16:creationId xmlns:a16="http://schemas.microsoft.com/office/drawing/2014/main" id="{CD6F75B4-FC8D-9CF4-97FA-EDBE599D3B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5D6617-F24D-D6E2-1F97-9CC751B71518}"/>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747220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DF9C0-27D2-2E46-A661-4C1C93D3D9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17505D1-07EE-6B4A-7174-F92A18194D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11C5AB-5495-CE90-5858-366328454A04}"/>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5" name="Footer Placeholder 4">
            <a:extLst>
              <a:ext uri="{FF2B5EF4-FFF2-40B4-BE49-F238E27FC236}">
                <a16:creationId xmlns:a16="http://schemas.microsoft.com/office/drawing/2014/main" id="{770083E6-0E6B-0797-2444-211BBEF81A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1A76C4-6FA5-43CC-F2FF-A3417476668B}"/>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2951425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37AD1-CC5E-A93A-F2B2-B2A72748DF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EE3A29-09F4-9718-B8A1-26C6FED9A2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950E4CD-47B6-3C80-7B1E-2E545042A6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55E2708-AA3F-0A14-23DB-DA2016A60049}"/>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6" name="Footer Placeholder 5">
            <a:extLst>
              <a:ext uri="{FF2B5EF4-FFF2-40B4-BE49-F238E27FC236}">
                <a16:creationId xmlns:a16="http://schemas.microsoft.com/office/drawing/2014/main" id="{8AAC94C1-2270-0D45-6645-1A56CB8A85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9BCFAE-B62B-C7FD-9910-B6F4A1A8527A}"/>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555460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9CE74-8C89-1D0D-841A-62733439510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A2FC9F-C5B5-9E65-87DD-18EB45CFCC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2B57FF-7F38-F5EE-710A-6760904CE9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C134B7-9DE8-B6F3-7B33-D381AB4E26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E9C34E-90A3-B0CD-F650-351895E88D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E75547-F2B3-D111-5240-8532458A6499}"/>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8" name="Footer Placeholder 7">
            <a:extLst>
              <a:ext uri="{FF2B5EF4-FFF2-40B4-BE49-F238E27FC236}">
                <a16:creationId xmlns:a16="http://schemas.microsoft.com/office/drawing/2014/main" id="{81779330-9352-75B7-49D6-E99AFDAC77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38A2703-8D66-F0D1-847F-4236B069FC30}"/>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2526163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DB82C-E550-9A27-4D07-B34993330A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0174F7-7172-157F-0CF3-551FE816A552}"/>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4" name="Footer Placeholder 3">
            <a:extLst>
              <a:ext uri="{FF2B5EF4-FFF2-40B4-BE49-F238E27FC236}">
                <a16:creationId xmlns:a16="http://schemas.microsoft.com/office/drawing/2014/main" id="{20FFA888-FE42-A8B1-0D1C-4D59776BD2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59894F-13F8-293D-5DF6-B1133876E07F}"/>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3102185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57AB8F-4EF4-2BB1-2602-5DE363FCCDFD}"/>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3" name="Footer Placeholder 2">
            <a:extLst>
              <a:ext uri="{FF2B5EF4-FFF2-40B4-BE49-F238E27FC236}">
                <a16:creationId xmlns:a16="http://schemas.microsoft.com/office/drawing/2014/main" id="{2CCA7F51-5EE8-84F4-BC14-5AE5F2F7F0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50C90F-2C0E-263E-F4CA-A22A3ADCAB95}"/>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2472089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9A599-ACFB-1014-714F-6E04CC54AB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339A5B-15AB-FB20-4356-72C2CDE5AF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FFE51A-0374-E521-2255-11700E529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AA438F-2876-9BAA-D12A-B5DC6750D080}"/>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6" name="Footer Placeholder 5">
            <a:extLst>
              <a:ext uri="{FF2B5EF4-FFF2-40B4-BE49-F238E27FC236}">
                <a16:creationId xmlns:a16="http://schemas.microsoft.com/office/drawing/2014/main" id="{6633A4E0-A240-7BC2-8587-4205DBD41D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677F7D-2AE0-5BF7-2EBC-2EE1C012D896}"/>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2308111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53C69-BCAE-21B8-9DAE-72A330C42F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FF760B-1887-6D01-59BD-46948C7E09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8FF1B1-BCA1-9A6D-E7C5-DDA7B71E5C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95C8FB-EBA5-2767-505E-82CCA5EA8E61}"/>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6" name="Footer Placeholder 5">
            <a:extLst>
              <a:ext uri="{FF2B5EF4-FFF2-40B4-BE49-F238E27FC236}">
                <a16:creationId xmlns:a16="http://schemas.microsoft.com/office/drawing/2014/main" id="{BFC5A3E8-6D7A-936D-FC79-73ADBFFBF1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264603-B7E3-7519-01E3-B1453EE98E87}"/>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546462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608CA-77BF-BC84-5488-4F3C518D50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BF6966-E259-7773-87E8-FF4C553D73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137483-6800-E979-F579-09499CA0CDB5}"/>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5" name="Footer Placeholder 4">
            <a:extLst>
              <a:ext uri="{FF2B5EF4-FFF2-40B4-BE49-F238E27FC236}">
                <a16:creationId xmlns:a16="http://schemas.microsoft.com/office/drawing/2014/main" id="{D50871A2-BF33-04A3-AEA6-A6561C8931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14BD6E-AE90-E6E5-4853-05DDB4C95FA8}"/>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1427031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D5B101-48F8-7666-B54C-93C9F6449F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0C8B59-EB02-E48E-96DC-7F504A1DE0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A1886A-6CBE-BA2E-1BD8-ACFB02DFB219}"/>
              </a:ext>
            </a:extLst>
          </p:cNvPr>
          <p:cNvSpPr>
            <a:spLocks noGrp="1"/>
          </p:cNvSpPr>
          <p:nvPr>
            <p:ph type="dt" sz="half" idx="10"/>
          </p:nvPr>
        </p:nvSpPr>
        <p:spPr/>
        <p:txBody>
          <a:bodyPr/>
          <a:lstStyle/>
          <a:p>
            <a:fld id="{34EABF42-635A-4324-A9A3-3F45F3322E7A}" type="datetimeFigureOut">
              <a:rPr lang="en-IN" smtClean="0"/>
              <a:t>03-05-2025</a:t>
            </a:fld>
            <a:endParaRPr lang="en-IN"/>
          </a:p>
        </p:txBody>
      </p:sp>
      <p:sp>
        <p:nvSpPr>
          <p:cNvPr id="5" name="Footer Placeholder 4">
            <a:extLst>
              <a:ext uri="{FF2B5EF4-FFF2-40B4-BE49-F238E27FC236}">
                <a16:creationId xmlns:a16="http://schemas.microsoft.com/office/drawing/2014/main" id="{E3FCAC9F-F386-1F1F-CFE2-5533F94B9A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4BBD66-8A7D-3F6A-7488-24B333BC6B7E}"/>
              </a:ext>
            </a:extLst>
          </p:cNvPr>
          <p:cNvSpPr>
            <a:spLocks noGrp="1"/>
          </p:cNvSpPr>
          <p:nvPr>
            <p:ph type="sldNum" sz="quarter" idx="12"/>
          </p:nvPr>
        </p:nvSpPr>
        <p:spPr/>
        <p:txBody>
          <a:bodyPr/>
          <a:lstStyle/>
          <a:p>
            <a:fld id="{AF6026DD-C1D8-46CC-AA73-4049166573EF}" type="slidenum">
              <a:rPr lang="en-IN" smtClean="0"/>
              <a:t>‹#›</a:t>
            </a:fld>
            <a:endParaRPr lang="en-IN"/>
          </a:p>
        </p:txBody>
      </p:sp>
    </p:spTree>
    <p:extLst>
      <p:ext uri="{BB962C8B-B14F-4D97-AF65-F5344CB8AC3E}">
        <p14:creationId xmlns:p14="http://schemas.microsoft.com/office/powerpoint/2010/main" val="2540119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E89DEA-6D88-AE90-7515-0D12CB97AAF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E0FC99-1FDF-D2A1-568D-0D36752FCA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6AAB0E-BEDE-0CDC-1191-65EBC28B53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EABF42-635A-4324-A9A3-3F45F3322E7A}" type="datetimeFigureOut">
              <a:rPr lang="en-IN" smtClean="0"/>
              <a:t>03-05-2025</a:t>
            </a:fld>
            <a:endParaRPr lang="en-IN"/>
          </a:p>
        </p:txBody>
      </p:sp>
      <p:sp>
        <p:nvSpPr>
          <p:cNvPr id="5" name="Footer Placeholder 4">
            <a:extLst>
              <a:ext uri="{FF2B5EF4-FFF2-40B4-BE49-F238E27FC236}">
                <a16:creationId xmlns:a16="http://schemas.microsoft.com/office/drawing/2014/main" id="{60CC5A2F-55FB-07F9-9AA0-51E90E78E0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2067EA4-ECD6-33FF-197A-B95B3EFBEC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6026DD-C1D8-46CC-AA73-4049166573EF}" type="slidenum">
              <a:rPr lang="en-IN" smtClean="0"/>
              <a:t>‹#›</a:t>
            </a:fld>
            <a:endParaRPr lang="en-IN"/>
          </a:p>
        </p:txBody>
      </p:sp>
    </p:spTree>
    <p:extLst>
      <p:ext uri="{BB962C8B-B14F-4D97-AF65-F5344CB8AC3E}">
        <p14:creationId xmlns:p14="http://schemas.microsoft.com/office/powerpoint/2010/main" val="1384686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archive.ics.uci.edu/dataset/352/online+retail"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2.sv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5" Type="http://schemas.openxmlformats.org/officeDocument/2006/relationships/image" Target="../media/image2.sv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BF51-DFC4-7FE7-D877-C70D815112AC}"/>
              </a:ext>
            </a:extLst>
          </p:cNvPr>
          <p:cNvSpPr>
            <a:spLocks noGrp="1"/>
          </p:cNvSpPr>
          <p:nvPr>
            <p:ph type="ctrTitle"/>
          </p:nvPr>
        </p:nvSpPr>
        <p:spPr/>
        <p:txBody>
          <a:bodyPr/>
          <a:lstStyle/>
          <a:p>
            <a:r>
              <a:rPr lang="en-IN" dirty="0">
                <a:latin typeface="Google Sans" panose="020B0604020202020204" charset="0"/>
              </a:rPr>
              <a:t>Online Sales Analysis</a:t>
            </a:r>
          </a:p>
        </p:txBody>
      </p:sp>
      <p:sp>
        <p:nvSpPr>
          <p:cNvPr id="3" name="Subtitle 2">
            <a:extLst>
              <a:ext uri="{FF2B5EF4-FFF2-40B4-BE49-F238E27FC236}">
                <a16:creationId xmlns:a16="http://schemas.microsoft.com/office/drawing/2014/main" id="{697A7FA4-552A-ED6D-9CEE-3B60159FD997}"/>
              </a:ext>
            </a:extLst>
          </p:cNvPr>
          <p:cNvSpPr>
            <a:spLocks noGrp="1"/>
          </p:cNvSpPr>
          <p:nvPr>
            <p:ph type="subTitle" idx="1"/>
          </p:nvPr>
        </p:nvSpPr>
        <p:spPr/>
        <p:txBody>
          <a:bodyPr/>
          <a:lstStyle/>
          <a:p>
            <a:r>
              <a:rPr lang="en-IN" dirty="0">
                <a:latin typeface="Google Sans" panose="020B0604020202020204" charset="0"/>
              </a:rPr>
              <a:t>Prateek Singh/ 6</a:t>
            </a:r>
            <a:r>
              <a:rPr lang="en-IN" baseline="30000" dirty="0">
                <a:latin typeface="Google Sans" panose="020B0604020202020204" charset="0"/>
              </a:rPr>
              <a:t>th</a:t>
            </a:r>
            <a:r>
              <a:rPr lang="en-IN" dirty="0">
                <a:latin typeface="Google Sans" panose="020B0604020202020204" charset="0"/>
              </a:rPr>
              <a:t> May, 2025</a:t>
            </a:r>
          </a:p>
        </p:txBody>
      </p:sp>
      <p:pic>
        <p:nvPicPr>
          <p:cNvPr id="4" name="Graphic 3">
            <a:extLst>
              <a:ext uri="{FF2B5EF4-FFF2-40B4-BE49-F238E27FC236}">
                <a16:creationId xmlns:a16="http://schemas.microsoft.com/office/drawing/2014/main" id="{C142A80C-8683-72A2-F440-C23F053B8D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 y="1648143"/>
            <a:ext cx="372364" cy="3723640"/>
          </a:xfrm>
          <a:prstGeom prst="rect">
            <a:avLst/>
          </a:prstGeom>
        </p:spPr>
      </p:pic>
    </p:spTree>
    <p:extLst>
      <p:ext uri="{BB962C8B-B14F-4D97-AF65-F5344CB8AC3E}">
        <p14:creationId xmlns:p14="http://schemas.microsoft.com/office/powerpoint/2010/main" val="1080204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B7A18-DB0D-046F-229F-51A1C87EF87F}"/>
              </a:ext>
            </a:extLst>
          </p:cNvPr>
          <p:cNvSpPr>
            <a:spLocks noGrp="1"/>
          </p:cNvSpPr>
          <p:nvPr>
            <p:ph type="title"/>
          </p:nvPr>
        </p:nvSpPr>
        <p:spPr/>
        <p:txBody>
          <a:bodyPr/>
          <a:lstStyle/>
          <a:p>
            <a:r>
              <a:rPr lang="en-IN" dirty="0">
                <a:latin typeface="Google Sans" panose="020B0604020202020204" charset="0"/>
              </a:rPr>
              <a:t>Agenda</a:t>
            </a:r>
          </a:p>
        </p:txBody>
      </p:sp>
      <p:graphicFrame>
        <p:nvGraphicFramePr>
          <p:cNvPr id="4" name="Content Placeholder 3">
            <a:extLst>
              <a:ext uri="{FF2B5EF4-FFF2-40B4-BE49-F238E27FC236}">
                <a16:creationId xmlns:a16="http://schemas.microsoft.com/office/drawing/2014/main" id="{D1C62919-5CD8-50DC-C39E-E015087573E6}"/>
              </a:ext>
            </a:extLst>
          </p:cNvPr>
          <p:cNvGraphicFramePr>
            <a:graphicFrameLocks noGrp="1"/>
          </p:cNvGraphicFramePr>
          <p:nvPr>
            <p:ph idx="1"/>
            <p:extLst>
              <p:ext uri="{D42A27DB-BD31-4B8C-83A1-F6EECF244321}">
                <p14:modId xmlns:p14="http://schemas.microsoft.com/office/powerpoint/2010/main" val="2068518832"/>
              </p:ext>
            </p:extLst>
          </p:nvPr>
        </p:nvGraphicFramePr>
        <p:xfrm>
          <a:off x="454615" y="1043492"/>
          <a:ext cx="11271220" cy="47838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Graphic 2">
            <a:extLst>
              <a:ext uri="{FF2B5EF4-FFF2-40B4-BE49-F238E27FC236}">
                <a16:creationId xmlns:a16="http://schemas.microsoft.com/office/drawing/2014/main" id="{15E26CB3-EFB9-CEBB-C69F-042C4039EB2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10" y="1648143"/>
            <a:ext cx="372364" cy="3723640"/>
          </a:xfrm>
          <a:prstGeom prst="rect">
            <a:avLst/>
          </a:prstGeom>
        </p:spPr>
      </p:pic>
    </p:spTree>
    <p:extLst>
      <p:ext uri="{BB962C8B-B14F-4D97-AF65-F5344CB8AC3E}">
        <p14:creationId xmlns:p14="http://schemas.microsoft.com/office/powerpoint/2010/main" val="421400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6B6B6-F214-367E-109D-22776C992FF8}"/>
              </a:ext>
            </a:extLst>
          </p:cNvPr>
          <p:cNvSpPr>
            <a:spLocks noGrp="1"/>
          </p:cNvSpPr>
          <p:nvPr>
            <p:ph type="title"/>
          </p:nvPr>
        </p:nvSpPr>
        <p:spPr/>
        <p:txBody>
          <a:bodyPr/>
          <a:lstStyle/>
          <a:p>
            <a:r>
              <a:rPr lang="en-IN" dirty="0">
                <a:latin typeface="Google Sans" panose="020B0604020202020204" charset="0"/>
              </a:rPr>
              <a:t>Introduction</a:t>
            </a:r>
          </a:p>
        </p:txBody>
      </p:sp>
      <p:sp>
        <p:nvSpPr>
          <p:cNvPr id="3" name="Content Placeholder 2">
            <a:extLst>
              <a:ext uri="{FF2B5EF4-FFF2-40B4-BE49-F238E27FC236}">
                <a16:creationId xmlns:a16="http://schemas.microsoft.com/office/drawing/2014/main" id="{6215B64C-4689-BF4E-D909-51014C3664FB}"/>
              </a:ext>
            </a:extLst>
          </p:cNvPr>
          <p:cNvSpPr>
            <a:spLocks noGrp="1"/>
          </p:cNvSpPr>
          <p:nvPr>
            <p:ph idx="1"/>
          </p:nvPr>
        </p:nvSpPr>
        <p:spPr/>
        <p:txBody>
          <a:bodyPr>
            <a:normAutofit/>
          </a:bodyPr>
          <a:lstStyle/>
          <a:p>
            <a:pPr marL="285750" indent="-285750">
              <a:buClr>
                <a:schemeClr val="tx1">
                  <a:lumMod val="50000"/>
                  <a:lumOff val="50000"/>
                </a:schemeClr>
              </a:buClr>
              <a:buFont typeface="Arial" panose="020B0604020202020204" pitchFamily="34" charset="0"/>
              <a:buChar char="•"/>
            </a:pPr>
            <a:r>
              <a:rPr lang="en-US" sz="2000" dirty="0">
                <a:latin typeface="Google Sans" panose="020B0604020202020204" charset="0"/>
              </a:rPr>
              <a:t>This is a transactional data set which contains all the transactions occurring between 01/12/2010 and 09/12/2011 for a UK-based and registered non-store online retail</a:t>
            </a:r>
            <a:r>
              <a:rPr lang="en-IN" sz="2000" dirty="0">
                <a:latin typeface="Google Sans" panose="020B0604020202020204" charset="0"/>
              </a:rPr>
              <a:t>.</a:t>
            </a:r>
          </a:p>
          <a:p>
            <a:pPr>
              <a:buClr>
                <a:schemeClr val="tx1">
                  <a:lumMod val="50000"/>
                  <a:lumOff val="50000"/>
                </a:schemeClr>
              </a:buClr>
            </a:pPr>
            <a:endParaRPr lang="en-IN" sz="2000" dirty="0">
              <a:latin typeface="Google Sans" panose="020B0604020202020204" charset="0"/>
            </a:endParaRPr>
          </a:p>
          <a:p>
            <a:pPr>
              <a:buClr>
                <a:schemeClr val="tx1">
                  <a:lumMod val="50000"/>
                  <a:lumOff val="50000"/>
                </a:schemeClr>
              </a:buClr>
            </a:pPr>
            <a:r>
              <a:rPr lang="en-US" sz="2000" dirty="0">
                <a:latin typeface="Google Sans" panose="020B0604020202020204" charset="0"/>
              </a:rPr>
              <a:t>.The company mainly sells unique all-occasion gifts. Many customers of the company are wholesalers.</a:t>
            </a:r>
          </a:p>
          <a:p>
            <a:pPr>
              <a:buClr>
                <a:schemeClr val="tx1">
                  <a:lumMod val="50000"/>
                  <a:lumOff val="50000"/>
                </a:schemeClr>
              </a:buClr>
            </a:pPr>
            <a:endParaRPr lang="en-US" sz="2000" dirty="0">
              <a:latin typeface="Google Sans" panose="020B0604020202020204" charset="0"/>
            </a:endParaRPr>
          </a:p>
          <a:p>
            <a:pPr>
              <a:buClr>
                <a:schemeClr val="tx1">
                  <a:lumMod val="50000"/>
                  <a:lumOff val="50000"/>
                </a:schemeClr>
              </a:buClr>
            </a:pPr>
            <a:r>
              <a:rPr lang="en-US" sz="2000" dirty="0">
                <a:latin typeface="Google Sans" panose="020B0604020202020204" charset="0"/>
              </a:rPr>
              <a:t>The aim of the analysis is to explore key trends, uncover opportunities for growth, identify strengths and make data driven decision to optimize the online sales.</a:t>
            </a:r>
          </a:p>
          <a:p>
            <a:pPr>
              <a:buClr>
                <a:schemeClr val="tx1">
                  <a:lumMod val="50000"/>
                  <a:lumOff val="50000"/>
                </a:schemeClr>
              </a:buClr>
            </a:pPr>
            <a:endParaRPr lang="en-US" sz="2000" dirty="0">
              <a:latin typeface="Google Sans" panose="020B0604020202020204" charset="0"/>
            </a:endParaRPr>
          </a:p>
          <a:p>
            <a:pPr>
              <a:buClr>
                <a:schemeClr val="tx1">
                  <a:lumMod val="50000"/>
                  <a:lumOff val="50000"/>
                </a:schemeClr>
              </a:buClr>
            </a:pPr>
            <a:endParaRPr lang="en-US" sz="2000" dirty="0">
              <a:latin typeface="Google Sans" panose="020B0604020202020204" charset="0"/>
            </a:endParaRPr>
          </a:p>
          <a:p>
            <a:pPr>
              <a:buClr>
                <a:schemeClr val="tx1">
                  <a:lumMod val="50000"/>
                  <a:lumOff val="50000"/>
                </a:schemeClr>
              </a:buClr>
            </a:pPr>
            <a:endParaRPr lang="en-US" sz="2000" dirty="0">
              <a:latin typeface="Google Sans" panose="020B0604020202020204" charset="0"/>
            </a:endParaRPr>
          </a:p>
          <a:p>
            <a:pPr>
              <a:buClr>
                <a:schemeClr val="tx1">
                  <a:lumMod val="50000"/>
                  <a:lumOff val="50000"/>
                </a:schemeClr>
              </a:buClr>
            </a:pPr>
            <a:endParaRPr lang="en-IN" sz="2000" dirty="0">
              <a:latin typeface="Google Sans" panose="020B0604020202020204" charset="0"/>
            </a:endParaRPr>
          </a:p>
        </p:txBody>
      </p:sp>
      <p:pic>
        <p:nvPicPr>
          <p:cNvPr id="4" name="Graphic 3">
            <a:extLst>
              <a:ext uri="{FF2B5EF4-FFF2-40B4-BE49-F238E27FC236}">
                <a16:creationId xmlns:a16="http://schemas.microsoft.com/office/drawing/2014/main" id="{8ECC9B30-D880-A16A-64BD-3CEB23F8CE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 y="1648143"/>
            <a:ext cx="372364" cy="3723640"/>
          </a:xfrm>
          <a:prstGeom prst="rect">
            <a:avLst/>
          </a:prstGeom>
        </p:spPr>
      </p:pic>
    </p:spTree>
    <p:extLst>
      <p:ext uri="{BB962C8B-B14F-4D97-AF65-F5344CB8AC3E}">
        <p14:creationId xmlns:p14="http://schemas.microsoft.com/office/powerpoint/2010/main" val="1063316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478C-4E1D-90F1-A38A-989FF1EAA53F}"/>
              </a:ext>
            </a:extLst>
          </p:cNvPr>
          <p:cNvSpPr>
            <a:spLocks noGrp="1"/>
          </p:cNvSpPr>
          <p:nvPr>
            <p:ph type="title"/>
          </p:nvPr>
        </p:nvSpPr>
        <p:spPr/>
        <p:txBody>
          <a:bodyPr/>
          <a:lstStyle/>
          <a:p>
            <a:r>
              <a:rPr lang="en-IN" dirty="0">
                <a:latin typeface="Google Sans" panose="020B0604020202020204" charset="0"/>
              </a:rPr>
              <a:t>Data Source</a:t>
            </a:r>
          </a:p>
        </p:txBody>
      </p:sp>
      <p:sp>
        <p:nvSpPr>
          <p:cNvPr id="3" name="Content Placeholder 2">
            <a:extLst>
              <a:ext uri="{FF2B5EF4-FFF2-40B4-BE49-F238E27FC236}">
                <a16:creationId xmlns:a16="http://schemas.microsoft.com/office/drawing/2014/main" id="{41B24597-D226-3138-5274-7E5C2BEC5630}"/>
              </a:ext>
            </a:extLst>
          </p:cNvPr>
          <p:cNvSpPr>
            <a:spLocks noGrp="1"/>
          </p:cNvSpPr>
          <p:nvPr>
            <p:ph idx="1"/>
          </p:nvPr>
        </p:nvSpPr>
        <p:spPr/>
        <p:txBody>
          <a:bodyPr>
            <a:normAutofit/>
          </a:bodyPr>
          <a:lstStyle/>
          <a:p>
            <a:pPr marL="285750" indent="-285750">
              <a:buClr>
                <a:schemeClr val="tx1">
                  <a:lumMod val="50000"/>
                  <a:lumOff val="50000"/>
                </a:schemeClr>
              </a:buClr>
              <a:buFont typeface="Arial" panose="020B0604020202020204" pitchFamily="34" charset="0"/>
              <a:buChar char="•"/>
            </a:pPr>
            <a:r>
              <a:rPr lang="en-IN" sz="2000" dirty="0">
                <a:latin typeface="Google Sans" panose="020B0604020202020204" charset="0"/>
              </a:rPr>
              <a:t>The data sourced used was Online Sales, </a:t>
            </a:r>
            <a:r>
              <a:rPr lang="en-IN" sz="2000" dirty="0">
                <a:latin typeface="Google Sans" panose="020B0604020202020204" charset="0"/>
                <a:hlinkClick r:id="rId2"/>
              </a:rPr>
              <a:t>https://archive.ics.uci.edu/dataset/352/online+retail</a:t>
            </a:r>
            <a:r>
              <a:rPr lang="en-IN" sz="2000" dirty="0">
                <a:latin typeface="Google Sans" panose="020B0604020202020204" charset="0"/>
              </a:rPr>
              <a:t> ., by Daqing Chen. The dataset has 8 citations.</a:t>
            </a:r>
          </a:p>
          <a:p>
            <a:pPr marL="285750" indent="-285750">
              <a:buClr>
                <a:schemeClr val="tx1">
                  <a:lumMod val="50000"/>
                  <a:lumOff val="50000"/>
                </a:schemeClr>
              </a:buClr>
              <a:buFont typeface="Arial" panose="020B0604020202020204" pitchFamily="34" charset="0"/>
              <a:buChar char="•"/>
            </a:pPr>
            <a:endParaRPr lang="en-IN" sz="2000" dirty="0">
              <a:latin typeface="Google Sans" panose="020B0604020202020204" charset="0"/>
            </a:endParaRPr>
          </a:p>
          <a:p>
            <a:pPr marL="285750" indent="-285750">
              <a:buClr>
                <a:schemeClr val="tx1">
                  <a:lumMod val="50000"/>
                  <a:lumOff val="50000"/>
                </a:schemeClr>
              </a:buClr>
              <a:buFont typeface="Arial" panose="020B0604020202020204" pitchFamily="34" charset="0"/>
              <a:buChar char="•"/>
            </a:pPr>
            <a:r>
              <a:rPr lang="en-IN" sz="2000" dirty="0">
                <a:latin typeface="Google Sans" panose="020B0604020202020204" charset="0"/>
              </a:rPr>
              <a:t>The dataset is licensed under the Creative Commons Attribution 4.0 Internation license. </a:t>
            </a:r>
          </a:p>
          <a:p>
            <a:pPr>
              <a:buClr>
                <a:schemeClr val="tx1">
                  <a:lumMod val="50000"/>
                  <a:lumOff val="50000"/>
                </a:schemeClr>
              </a:buClr>
            </a:pPr>
            <a:endParaRPr lang="en-IN" sz="2000" dirty="0">
              <a:latin typeface="Google Sans" panose="020B0604020202020204" charset="0"/>
            </a:endParaRPr>
          </a:p>
          <a:p>
            <a:pPr marL="285750" indent="-285750">
              <a:buClr>
                <a:schemeClr val="tx1">
                  <a:lumMod val="50000"/>
                  <a:lumOff val="50000"/>
                </a:schemeClr>
              </a:buClr>
              <a:buFont typeface="Arial" panose="020B0604020202020204" pitchFamily="34" charset="0"/>
              <a:buChar char="•"/>
            </a:pPr>
            <a:r>
              <a:rPr lang="en-IN" sz="2000" dirty="0">
                <a:latin typeface="Google Sans" panose="020B0604020202020204" charset="0"/>
              </a:rPr>
              <a:t>The dataset includes</a:t>
            </a:r>
          </a:p>
          <a:p>
            <a:pPr>
              <a:buClr>
                <a:schemeClr val="tx1">
                  <a:lumMod val="50000"/>
                  <a:lumOff val="50000"/>
                </a:schemeClr>
              </a:buClr>
            </a:pPr>
            <a:endParaRPr lang="en-IN" sz="2000" dirty="0"/>
          </a:p>
        </p:txBody>
      </p:sp>
      <p:pic>
        <p:nvPicPr>
          <p:cNvPr id="4" name="Graphic 3">
            <a:extLst>
              <a:ext uri="{FF2B5EF4-FFF2-40B4-BE49-F238E27FC236}">
                <a16:creationId xmlns:a16="http://schemas.microsoft.com/office/drawing/2014/main" id="{0F865AC0-1ECE-3F65-A689-78D303AB11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10" y="1648143"/>
            <a:ext cx="372364" cy="3723640"/>
          </a:xfrm>
          <a:prstGeom prst="rect">
            <a:avLst/>
          </a:prstGeom>
        </p:spPr>
      </p:pic>
      <p:pic>
        <p:nvPicPr>
          <p:cNvPr id="7" name="Picture 6">
            <a:extLst>
              <a:ext uri="{FF2B5EF4-FFF2-40B4-BE49-F238E27FC236}">
                <a16:creationId xmlns:a16="http://schemas.microsoft.com/office/drawing/2014/main" id="{3C5C2EE0-D1D2-49C9-B271-994E47AB1EEB}"/>
              </a:ext>
            </a:extLst>
          </p:cNvPr>
          <p:cNvPicPr>
            <a:picLocks noChangeAspect="1"/>
          </p:cNvPicPr>
          <p:nvPr/>
        </p:nvPicPr>
        <p:blipFill>
          <a:blip r:embed="rId5">
            <a:extLst>
              <a:ext uri="{28A0092B-C50C-407E-A947-70E740481C1C}">
                <a14:useLocalDpi xmlns:a14="http://schemas.microsoft.com/office/drawing/2010/main" val="0"/>
              </a:ext>
            </a:extLst>
          </a:blip>
          <a:srcRect b="14863"/>
          <a:stretch/>
        </p:blipFill>
        <p:spPr>
          <a:xfrm>
            <a:off x="1234739" y="3708947"/>
            <a:ext cx="9202845" cy="2783928"/>
          </a:xfrm>
          <a:prstGeom prst="rect">
            <a:avLst/>
          </a:prstGeom>
        </p:spPr>
      </p:pic>
    </p:spTree>
    <p:extLst>
      <p:ext uri="{BB962C8B-B14F-4D97-AF65-F5344CB8AC3E}">
        <p14:creationId xmlns:p14="http://schemas.microsoft.com/office/powerpoint/2010/main" val="1010339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8076C-C6C0-F3B8-ABBB-736709BD6863}"/>
              </a:ext>
            </a:extLst>
          </p:cNvPr>
          <p:cNvSpPr>
            <a:spLocks noGrp="1"/>
          </p:cNvSpPr>
          <p:nvPr>
            <p:ph type="title"/>
          </p:nvPr>
        </p:nvSpPr>
        <p:spPr/>
        <p:txBody>
          <a:bodyPr/>
          <a:lstStyle/>
          <a:p>
            <a:r>
              <a:rPr lang="en-IN" dirty="0">
                <a:latin typeface="Google Sans" panose="020B0604020202020204" charset="0"/>
              </a:rPr>
              <a:t>Data Cleaning</a:t>
            </a:r>
          </a:p>
        </p:txBody>
      </p:sp>
      <p:sp>
        <p:nvSpPr>
          <p:cNvPr id="3" name="Content Placeholder 2">
            <a:extLst>
              <a:ext uri="{FF2B5EF4-FFF2-40B4-BE49-F238E27FC236}">
                <a16:creationId xmlns:a16="http://schemas.microsoft.com/office/drawing/2014/main" id="{ED1C69D5-E7FA-832C-DD05-A105BCE9218E}"/>
              </a:ext>
            </a:extLst>
          </p:cNvPr>
          <p:cNvSpPr>
            <a:spLocks noGrp="1"/>
          </p:cNvSpPr>
          <p:nvPr>
            <p:ph idx="1"/>
          </p:nvPr>
        </p:nvSpPr>
        <p:spPr/>
        <p:txBody>
          <a:bodyPr>
            <a:normAutofit/>
          </a:bodyPr>
          <a:lstStyle/>
          <a:p>
            <a:r>
              <a:rPr lang="en-IN" sz="2000" dirty="0">
                <a:latin typeface="Google Sans" panose="020B0604020202020204" charset="0"/>
              </a:rPr>
              <a:t>Converted the datatype of Invoice number and Stock code from character to integer; Standardized the Invoice format to ensure its consistency across the dataset. </a:t>
            </a:r>
          </a:p>
          <a:p>
            <a:endParaRPr lang="en-IN" sz="2000" dirty="0">
              <a:latin typeface="Google Sans" panose="020B0604020202020204" charset="0"/>
            </a:endParaRPr>
          </a:p>
          <a:p>
            <a:r>
              <a:rPr lang="en-IN" sz="2000" dirty="0">
                <a:latin typeface="Google Sans" panose="020B0604020202020204" charset="0"/>
              </a:rPr>
              <a:t>Created new columns for weekday, date, time, month and total amount for in-depth analysis of the data.</a:t>
            </a:r>
          </a:p>
          <a:p>
            <a:endParaRPr lang="en-IN" sz="2000" dirty="0">
              <a:latin typeface="Google Sans" panose="020B0604020202020204" charset="0"/>
            </a:endParaRPr>
          </a:p>
          <a:p>
            <a:r>
              <a:rPr lang="en-IN" sz="2000" dirty="0">
                <a:latin typeface="Google Sans" panose="020B0604020202020204" charset="0"/>
              </a:rPr>
              <a:t>Then eliminated the duplicate values by using the distinct function, then assessed the dataset for missing values in key fields. Observed that several important values were missing from the dataset. Hence used the omit function to remove the missing rows from the dataset. </a:t>
            </a:r>
          </a:p>
          <a:p>
            <a:endParaRPr lang="en-IN" sz="2000" dirty="0">
              <a:latin typeface="Google Sans" panose="020B0604020202020204" charset="0"/>
            </a:endParaRPr>
          </a:p>
          <a:p>
            <a:r>
              <a:rPr lang="en-IN" sz="2000" dirty="0">
                <a:latin typeface="Google Sans" panose="020B0604020202020204" charset="0"/>
              </a:rPr>
              <a:t>Then made the column names more intuitive by using the rename function. </a:t>
            </a:r>
          </a:p>
        </p:txBody>
      </p:sp>
      <p:pic>
        <p:nvPicPr>
          <p:cNvPr id="4" name="Graphic 3">
            <a:extLst>
              <a:ext uri="{FF2B5EF4-FFF2-40B4-BE49-F238E27FC236}">
                <a16:creationId xmlns:a16="http://schemas.microsoft.com/office/drawing/2014/main" id="{1E69DCB1-E7B3-1D06-8D56-8BE449A94A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 y="1648143"/>
            <a:ext cx="372364" cy="3723640"/>
          </a:xfrm>
          <a:prstGeom prst="rect">
            <a:avLst/>
          </a:prstGeom>
        </p:spPr>
      </p:pic>
    </p:spTree>
    <p:extLst>
      <p:ext uri="{BB962C8B-B14F-4D97-AF65-F5344CB8AC3E}">
        <p14:creationId xmlns:p14="http://schemas.microsoft.com/office/powerpoint/2010/main" val="2037979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131FE-552E-190B-FF42-9D6C0AC6EA72}"/>
              </a:ext>
            </a:extLst>
          </p:cNvPr>
          <p:cNvSpPr>
            <a:spLocks noGrp="1"/>
          </p:cNvSpPr>
          <p:nvPr>
            <p:ph type="title"/>
          </p:nvPr>
        </p:nvSpPr>
        <p:spPr/>
        <p:txBody>
          <a:bodyPr/>
          <a:lstStyle/>
          <a:p>
            <a:r>
              <a:rPr lang="en-IN" dirty="0">
                <a:latin typeface="Google Sans" panose="020B0604020202020204" charset="0"/>
              </a:rPr>
              <a:t>Summary of the Analysis</a:t>
            </a:r>
          </a:p>
        </p:txBody>
      </p:sp>
      <p:sp>
        <p:nvSpPr>
          <p:cNvPr id="3" name="Content Placeholder 2">
            <a:extLst>
              <a:ext uri="{FF2B5EF4-FFF2-40B4-BE49-F238E27FC236}">
                <a16:creationId xmlns:a16="http://schemas.microsoft.com/office/drawing/2014/main" id="{77E716CF-2541-AE3F-D253-20DB7D946817}"/>
              </a:ext>
            </a:extLst>
          </p:cNvPr>
          <p:cNvSpPr>
            <a:spLocks noGrp="1"/>
          </p:cNvSpPr>
          <p:nvPr>
            <p:ph idx="1"/>
          </p:nvPr>
        </p:nvSpPr>
        <p:spPr>
          <a:xfrm>
            <a:off x="838200" y="1792375"/>
            <a:ext cx="10515600" cy="4508674"/>
          </a:xfrm>
        </p:spPr>
        <p:txBody>
          <a:bodyPr>
            <a:normAutofit/>
          </a:bodyPr>
          <a:lstStyle/>
          <a:p>
            <a:r>
              <a:rPr lang="en-IN" sz="2000" dirty="0">
                <a:latin typeface="Google Sans" panose="020B0604020202020204" charset="0"/>
              </a:rPr>
              <a:t>Company had the highest sales in Netherlands, followed by EIRE, Germany, France and Australia(excluding UK). Company had the lowest sales in Saudi Arabia, Bahrain, Brazil, RSA and Lebanon in ascending order. </a:t>
            </a:r>
          </a:p>
          <a:p>
            <a:endParaRPr lang="en-IN" sz="2000" dirty="0">
              <a:latin typeface="Google Sans" panose="020B0604020202020204" charset="0"/>
            </a:endParaRPr>
          </a:p>
          <a:p>
            <a:r>
              <a:rPr lang="en-IN" sz="2000" dirty="0">
                <a:latin typeface="Google Sans" panose="020B0604020202020204" charset="0"/>
              </a:rPr>
              <a:t>One of the key insights are that Thursday has dramatically more sales than other days of the week, due to Stock code 22423, followed by Tuesday. In the last 3 months of the year, days other than Thursdays had more sales.</a:t>
            </a:r>
          </a:p>
          <a:p>
            <a:r>
              <a:rPr lang="en-IN" sz="2000" dirty="0">
                <a:latin typeface="Google Sans" panose="020B0604020202020204" charset="0"/>
              </a:rPr>
              <a:t>Stock code 23843 generated the most revenue for the company, followed by 22423, 23166, 47566, 84879.</a:t>
            </a:r>
          </a:p>
          <a:p>
            <a:endParaRPr lang="en-IN" sz="2000" dirty="0">
              <a:latin typeface="Google Sans" panose="020B0604020202020204" charset="0"/>
            </a:endParaRPr>
          </a:p>
          <a:p>
            <a:r>
              <a:rPr lang="en-IN" sz="2000" dirty="0">
                <a:latin typeface="Google Sans" panose="020B0604020202020204" charset="0"/>
              </a:rPr>
              <a:t>The last 2 months i.e. December and November of the year the most revenue generating while the February and April are the least revenue generating. </a:t>
            </a:r>
          </a:p>
          <a:p>
            <a:endParaRPr lang="en-IN" sz="2000" dirty="0">
              <a:latin typeface="Google Sans" panose="020B0604020202020204" charset="0"/>
            </a:endParaRPr>
          </a:p>
        </p:txBody>
      </p:sp>
      <p:pic>
        <p:nvPicPr>
          <p:cNvPr id="4" name="Graphic 3">
            <a:extLst>
              <a:ext uri="{FF2B5EF4-FFF2-40B4-BE49-F238E27FC236}">
                <a16:creationId xmlns:a16="http://schemas.microsoft.com/office/drawing/2014/main" id="{EE56B9D8-D0AC-92A0-4602-A955F526A6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 y="1648143"/>
            <a:ext cx="372364" cy="3723640"/>
          </a:xfrm>
          <a:prstGeom prst="rect">
            <a:avLst/>
          </a:prstGeom>
        </p:spPr>
      </p:pic>
    </p:spTree>
    <p:extLst>
      <p:ext uri="{BB962C8B-B14F-4D97-AF65-F5344CB8AC3E}">
        <p14:creationId xmlns:p14="http://schemas.microsoft.com/office/powerpoint/2010/main" val="1389328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DC737-0540-7E53-6619-11FFA27F5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D4DF8-B569-71BB-4BCE-F5E140C982AD}"/>
              </a:ext>
            </a:extLst>
          </p:cNvPr>
          <p:cNvSpPr>
            <a:spLocks noGrp="1"/>
          </p:cNvSpPr>
          <p:nvPr>
            <p:ph type="title"/>
          </p:nvPr>
        </p:nvSpPr>
        <p:spPr/>
        <p:txBody>
          <a:bodyPr/>
          <a:lstStyle/>
          <a:p>
            <a:r>
              <a:rPr lang="en-IN" dirty="0">
                <a:latin typeface="Google Sans" panose="020B0604020202020204" charset="0"/>
              </a:rPr>
              <a:t>The Analysis</a:t>
            </a:r>
          </a:p>
        </p:txBody>
      </p:sp>
      <p:pic>
        <p:nvPicPr>
          <p:cNvPr id="12" name="Content Placeholder 11">
            <a:extLst>
              <a:ext uri="{FF2B5EF4-FFF2-40B4-BE49-F238E27FC236}">
                <a16:creationId xmlns:a16="http://schemas.microsoft.com/office/drawing/2014/main" id="{3BEB0FE5-067E-C872-BD7E-1DBCB2D06A2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43169"/>
            <a:ext cx="5181600" cy="3716249"/>
          </a:xfrm>
        </p:spPr>
      </p:pic>
      <p:pic>
        <p:nvPicPr>
          <p:cNvPr id="14" name="Content Placeholder 13">
            <a:extLst>
              <a:ext uri="{FF2B5EF4-FFF2-40B4-BE49-F238E27FC236}">
                <a16:creationId xmlns:a16="http://schemas.microsoft.com/office/drawing/2014/main" id="{0CA9E1C5-1292-1AAC-0AA0-DD8A1506015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143169"/>
            <a:ext cx="5181600" cy="3716249"/>
          </a:xfrm>
        </p:spPr>
      </p:pic>
      <p:pic>
        <p:nvPicPr>
          <p:cNvPr id="3" name="Graphic 2">
            <a:extLst>
              <a:ext uri="{FF2B5EF4-FFF2-40B4-BE49-F238E27FC236}">
                <a16:creationId xmlns:a16="http://schemas.microsoft.com/office/drawing/2014/main" id="{02886D5D-36C2-1607-2F64-64AB8EF3BA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0" y="1648143"/>
            <a:ext cx="372364" cy="3723640"/>
          </a:xfrm>
          <a:prstGeom prst="rect">
            <a:avLst/>
          </a:prstGeom>
        </p:spPr>
      </p:pic>
    </p:spTree>
    <p:extLst>
      <p:ext uri="{BB962C8B-B14F-4D97-AF65-F5344CB8AC3E}">
        <p14:creationId xmlns:p14="http://schemas.microsoft.com/office/powerpoint/2010/main" val="3037143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155A8-2418-565F-4EDB-765049752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6E8D5-5442-4F07-BA38-7219E5C9FF62}"/>
              </a:ext>
            </a:extLst>
          </p:cNvPr>
          <p:cNvSpPr>
            <a:spLocks noGrp="1"/>
          </p:cNvSpPr>
          <p:nvPr>
            <p:ph type="title"/>
          </p:nvPr>
        </p:nvSpPr>
        <p:spPr/>
        <p:txBody>
          <a:bodyPr/>
          <a:lstStyle/>
          <a:p>
            <a:r>
              <a:rPr lang="en-IN" dirty="0">
                <a:latin typeface="Google Sans" panose="020B0604020202020204" charset="0"/>
              </a:rPr>
              <a:t>The Analysis</a:t>
            </a:r>
          </a:p>
        </p:txBody>
      </p:sp>
      <p:pic>
        <p:nvPicPr>
          <p:cNvPr id="8" name="Content Placeholder 7">
            <a:extLst>
              <a:ext uri="{FF2B5EF4-FFF2-40B4-BE49-F238E27FC236}">
                <a16:creationId xmlns:a16="http://schemas.microsoft.com/office/drawing/2014/main" id="{A7E912FF-1161-4DCB-139D-DAE7599BEB8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43169"/>
            <a:ext cx="5181600" cy="3716249"/>
          </a:xfrm>
        </p:spPr>
      </p:pic>
      <p:pic>
        <p:nvPicPr>
          <p:cNvPr id="10" name="Content Placeholder 9">
            <a:extLst>
              <a:ext uri="{FF2B5EF4-FFF2-40B4-BE49-F238E27FC236}">
                <a16:creationId xmlns:a16="http://schemas.microsoft.com/office/drawing/2014/main" id="{1091CE4C-DEC2-8F8C-7A22-C8C2F67D5DC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143169"/>
            <a:ext cx="5181600" cy="3716249"/>
          </a:xfrm>
        </p:spPr>
      </p:pic>
      <p:pic>
        <p:nvPicPr>
          <p:cNvPr id="3" name="Graphic 2">
            <a:extLst>
              <a:ext uri="{FF2B5EF4-FFF2-40B4-BE49-F238E27FC236}">
                <a16:creationId xmlns:a16="http://schemas.microsoft.com/office/drawing/2014/main" id="{66F65630-DCB4-D5E8-D448-EF5E6DB037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0" y="1648143"/>
            <a:ext cx="372364" cy="3723640"/>
          </a:xfrm>
          <a:prstGeom prst="rect">
            <a:avLst/>
          </a:prstGeom>
        </p:spPr>
      </p:pic>
    </p:spTree>
    <p:extLst>
      <p:ext uri="{BB962C8B-B14F-4D97-AF65-F5344CB8AC3E}">
        <p14:creationId xmlns:p14="http://schemas.microsoft.com/office/powerpoint/2010/main" val="3648395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42086-82C4-F3B6-2F9F-C725E119A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D35AF-6D03-233A-97EE-CB3FE36AEAE5}"/>
              </a:ext>
            </a:extLst>
          </p:cNvPr>
          <p:cNvSpPr>
            <a:spLocks noGrp="1"/>
          </p:cNvSpPr>
          <p:nvPr>
            <p:ph type="title"/>
          </p:nvPr>
        </p:nvSpPr>
        <p:spPr/>
        <p:txBody>
          <a:bodyPr/>
          <a:lstStyle/>
          <a:p>
            <a:r>
              <a:rPr lang="en-IN" dirty="0">
                <a:latin typeface="Google Sans" panose="020B0604020202020204" charset="0"/>
              </a:rPr>
              <a:t>The Analysis</a:t>
            </a:r>
          </a:p>
        </p:txBody>
      </p:sp>
      <p:pic>
        <p:nvPicPr>
          <p:cNvPr id="6" name="Content Placeholder 5">
            <a:extLst>
              <a:ext uri="{FF2B5EF4-FFF2-40B4-BE49-F238E27FC236}">
                <a16:creationId xmlns:a16="http://schemas.microsoft.com/office/drawing/2014/main" id="{06527FC5-8874-314E-8897-66D332A4231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43169"/>
            <a:ext cx="5181600" cy="3716249"/>
          </a:xfrm>
        </p:spPr>
      </p:pic>
      <p:pic>
        <p:nvPicPr>
          <p:cNvPr id="9" name="Content Placeholder 8">
            <a:extLst>
              <a:ext uri="{FF2B5EF4-FFF2-40B4-BE49-F238E27FC236}">
                <a16:creationId xmlns:a16="http://schemas.microsoft.com/office/drawing/2014/main" id="{FA1F16CF-8D8F-5AA7-6B5D-488D9F5CEAE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143169"/>
            <a:ext cx="5181600" cy="3716249"/>
          </a:xfrm>
        </p:spPr>
      </p:pic>
      <p:pic>
        <p:nvPicPr>
          <p:cNvPr id="3" name="Graphic 2">
            <a:extLst>
              <a:ext uri="{FF2B5EF4-FFF2-40B4-BE49-F238E27FC236}">
                <a16:creationId xmlns:a16="http://schemas.microsoft.com/office/drawing/2014/main" id="{A3455C15-B899-5C19-F5E5-8B0B695954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0" y="1648143"/>
            <a:ext cx="372364" cy="3723640"/>
          </a:xfrm>
          <a:prstGeom prst="rect">
            <a:avLst/>
          </a:prstGeom>
        </p:spPr>
      </p:pic>
      <p:sp>
        <p:nvSpPr>
          <p:cNvPr id="10" name="Rectangle 9">
            <a:extLst>
              <a:ext uri="{FF2B5EF4-FFF2-40B4-BE49-F238E27FC236}">
                <a16:creationId xmlns:a16="http://schemas.microsoft.com/office/drawing/2014/main" id="{E6930FCC-1968-F0ED-733D-9C65452ED11D}"/>
              </a:ext>
            </a:extLst>
          </p:cNvPr>
          <p:cNvSpPr/>
          <p:nvPr/>
        </p:nvSpPr>
        <p:spPr>
          <a:xfrm>
            <a:off x="2657139" y="5486400"/>
            <a:ext cx="419548" cy="161365"/>
          </a:xfrm>
          <a:prstGeom prst="rect">
            <a:avLst/>
          </a:prstGeom>
          <a:no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11" name="Rectangle 10">
            <a:extLst>
              <a:ext uri="{FF2B5EF4-FFF2-40B4-BE49-F238E27FC236}">
                <a16:creationId xmlns:a16="http://schemas.microsoft.com/office/drawing/2014/main" id="{4DBDA4E1-F7BA-E8C2-5862-35C4C86197DA}"/>
              </a:ext>
            </a:extLst>
          </p:cNvPr>
          <p:cNvSpPr/>
          <p:nvPr/>
        </p:nvSpPr>
        <p:spPr>
          <a:xfrm>
            <a:off x="7948467" y="5480304"/>
            <a:ext cx="419548" cy="161365"/>
          </a:xfrm>
          <a:prstGeom prst="rect">
            <a:avLst/>
          </a:prstGeom>
          <a:no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13" name="Rectangle 12">
            <a:extLst>
              <a:ext uri="{FF2B5EF4-FFF2-40B4-BE49-F238E27FC236}">
                <a16:creationId xmlns:a16="http://schemas.microsoft.com/office/drawing/2014/main" id="{17E77842-EF91-944D-D4DC-EDA6056A12E6}"/>
              </a:ext>
            </a:extLst>
          </p:cNvPr>
          <p:cNvSpPr/>
          <p:nvPr/>
        </p:nvSpPr>
        <p:spPr>
          <a:xfrm>
            <a:off x="8820195" y="5480304"/>
            <a:ext cx="419548" cy="161365"/>
          </a:xfrm>
          <a:prstGeom prst="rect">
            <a:avLst/>
          </a:prstGeom>
          <a:no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14" name="Rectangle 13">
            <a:extLst>
              <a:ext uri="{FF2B5EF4-FFF2-40B4-BE49-F238E27FC236}">
                <a16:creationId xmlns:a16="http://schemas.microsoft.com/office/drawing/2014/main" id="{FD4C8031-F358-50CA-5938-EECD297ECD32}"/>
              </a:ext>
            </a:extLst>
          </p:cNvPr>
          <p:cNvSpPr/>
          <p:nvPr/>
        </p:nvSpPr>
        <p:spPr>
          <a:xfrm>
            <a:off x="10539267" y="5480304"/>
            <a:ext cx="419548" cy="161365"/>
          </a:xfrm>
          <a:prstGeom prst="rect">
            <a:avLst/>
          </a:prstGeom>
          <a:no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15" name="Rectangle 14">
            <a:extLst>
              <a:ext uri="{FF2B5EF4-FFF2-40B4-BE49-F238E27FC236}">
                <a16:creationId xmlns:a16="http://schemas.microsoft.com/office/drawing/2014/main" id="{CBDEC4AB-7668-131C-4053-4228A1943501}"/>
              </a:ext>
            </a:extLst>
          </p:cNvPr>
          <p:cNvSpPr/>
          <p:nvPr/>
        </p:nvSpPr>
        <p:spPr>
          <a:xfrm>
            <a:off x="3513627" y="5487924"/>
            <a:ext cx="419548" cy="161365"/>
          </a:xfrm>
          <a:prstGeom prst="rect">
            <a:avLst/>
          </a:prstGeom>
          <a:no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16" name="Rectangle 15">
            <a:extLst>
              <a:ext uri="{FF2B5EF4-FFF2-40B4-BE49-F238E27FC236}">
                <a16:creationId xmlns:a16="http://schemas.microsoft.com/office/drawing/2014/main" id="{C7859721-2D1A-A88E-4B4A-D6C8EA15DBF3}"/>
              </a:ext>
            </a:extLst>
          </p:cNvPr>
          <p:cNvSpPr/>
          <p:nvPr/>
        </p:nvSpPr>
        <p:spPr>
          <a:xfrm>
            <a:off x="5223555" y="5486400"/>
            <a:ext cx="419548" cy="161365"/>
          </a:xfrm>
          <a:prstGeom prst="rect">
            <a:avLst/>
          </a:prstGeom>
          <a:noFill/>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17" name="Rectangle 16">
            <a:extLst>
              <a:ext uri="{FF2B5EF4-FFF2-40B4-BE49-F238E27FC236}">
                <a16:creationId xmlns:a16="http://schemas.microsoft.com/office/drawing/2014/main" id="{DB73E3AA-6BC3-D1AB-3E72-41E4B648F801}"/>
              </a:ext>
            </a:extLst>
          </p:cNvPr>
          <p:cNvSpPr/>
          <p:nvPr/>
        </p:nvSpPr>
        <p:spPr>
          <a:xfrm>
            <a:off x="1796079" y="5486400"/>
            <a:ext cx="419548" cy="161365"/>
          </a:xfrm>
          <a:prstGeom prst="rect">
            <a:avLst/>
          </a:prstGeom>
          <a:noFill/>
          <a:ln>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18" name="Rectangle 17">
            <a:extLst>
              <a:ext uri="{FF2B5EF4-FFF2-40B4-BE49-F238E27FC236}">
                <a16:creationId xmlns:a16="http://schemas.microsoft.com/office/drawing/2014/main" id="{D41D903F-AF33-12F1-39C9-41B1FBBC930D}"/>
              </a:ext>
            </a:extLst>
          </p:cNvPr>
          <p:cNvSpPr/>
          <p:nvPr/>
        </p:nvSpPr>
        <p:spPr>
          <a:xfrm>
            <a:off x="4356399" y="5486400"/>
            <a:ext cx="419548" cy="161365"/>
          </a:xfrm>
          <a:prstGeom prst="rect">
            <a:avLst/>
          </a:prstGeom>
          <a:noFill/>
          <a:ln>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19" name="Rectangle 18">
            <a:extLst>
              <a:ext uri="{FF2B5EF4-FFF2-40B4-BE49-F238E27FC236}">
                <a16:creationId xmlns:a16="http://schemas.microsoft.com/office/drawing/2014/main" id="{53AC4DE3-F993-8498-CF50-2396390284D3}"/>
              </a:ext>
            </a:extLst>
          </p:cNvPr>
          <p:cNvSpPr/>
          <p:nvPr/>
        </p:nvSpPr>
        <p:spPr>
          <a:xfrm>
            <a:off x="7069119" y="5486400"/>
            <a:ext cx="419548" cy="161365"/>
          </a:xfrm>
          <a:prstGeom prst="rect">
            <a:avLst/>
          </a:prstGeom>
          <a:noFill/>
          <a:ln>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20" name="Rectangle 19">
            <a:extLst>
              <a:ext uri="{FF2B5EF4-FFF2-40B4-BE49-F238E27FC236}">
                <a16:creationId xmlns:a16="http://schemas.microsoft.com/office/drawing/2014/main" id="{58D3CAE2-5224-33B8-5E5A-E4B9B69D4578}"/>
              </a:ext>
            </a:extLst>
          </p:cNvPr>
          <p:cNvSpPr/>
          <p:nvPr/>
        </p:nvSpPr>
        <p:spPr>
          <a:xfrm>
            <a:off x="9675159" y="5486400"/>
            <a:ext cx="419548" cy="161365"/>
          </a:xfrm>
          <a:prstGeom prst="rect">
            <a:avLst/>
          </a:prstGeom>
          <a:noFill/>
          <a:ln>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Tree>
    <p:extLst>
      <p:ext uri="{BB962C8B-B14F-4D97-AF65-F5344CB8AC3E}">
        <p14:creationId xmlns:p14="http://schemas.microsoft.com/office/powerpoint/2010/main" val="2958645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B052D-860B-4DF2-B07C-77DE28F95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D36C1-0C9F-7EB2-43AB-9A14F38F953D}"/>
              </a:ext>
            </a:extLst>
          </p:cNvPr>
          <p:cNvSpPr>
            <a:spLocks noGrp="1"/>
          </p:cNvSpPr>
          <p:nvPr>
            <p:ph type="title"/>
          </p:nvPr>
        </p:nvSpPr>
        <p:spPr/>
        <p:txBody>
          <a:bodyPr/>
          <a:lstStyle/>
          <a:p>
            <a:r>
              <a:rPr lang="en-IN" dirty="0">
                <a:latin typeface="Google Sans" panose="020B0604020202020204" charset="0"/>
              </a:rPr>
              <a:t>The Analysis</a:t>
            </a:r>
          </a:p>
        </p:txBody>
      </p:sp>
      <p:pic>
        <p:nvPicPr>
          <p:cNvPr id="3" name="Graphic 2">
            <a:extLst>
              <a:ext uri="{FF2B5EF4-FFF2-40B4-BE49-F238E27FC236}">
                <a16:creationId xmlns:a16="http://schemas.microsoft.com/office/drawing/2014/main" id="{6CB989D7-D8BD-E143-B47A-4592A5C52C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 y="1648143"/>
            <a:ext cx="372364" cy="3723640"/>
          </a:xfrm>
          <a:prstGeom prst="rect">
            <a:avLst/>
          </a:prstGeom>
        </p:spPr>
      </p:pic>
      <p:pic>
        <p:nvPicPr>
          <p:cNvPr id="10" name="Content Placeholder 9">
            <a:extLst>
              <a:ext uri="{FF2B5EF4-FFF2-40B4-BE49-F238E27FC236}">
                <a16:creationId xmlns:a16="http://schemas.microsoft.com/office/drawing/2014/main" id="{86226161-7262-782C-3F73-739DD3C0F9B7}"/>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2801700" y="1276757"/>
            <a:ext cx="6575561" cy="4716000"/>
          </a:xfrm>
        </p:spPr>
      </p:pic>
    </p:spTree>
    <p:extLst>
      <p:ext uri="{BB962C8B-B14F-4D97-AF65-F5344CB8AC3E}">
        <p14:creationId xmlns:p14="http://schemas.microsoft.com/office/powerpoint/2010/main" val="4256214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D7FC8-DC43-A1EB-EB6C-F2251153B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C99A8-668D-DC49-158A-49D052C6A27E}"/>
              </a:ext>
            </a:extLst>
          </p:cNvPr>
          <p:cNvSpPr>
            <a:spLocks noGrp="1"/>
          </p:cNvSpPr>
          <p:nvPr>
            <p:ph type="title"/>
          </p:nvPr>
        </p:nvSpPr>
        <p:spPr/>
        <p:txBody>
          <a:bodyPr/>
          <a:lstStyle/>
          <a:p>
            <a:r>
              <a:rPr lang="en-IN" dirty="0">
                <a:latin typeface="Google Sans" panose="020B0604020202020204" charset="0"/>
              </a:rPr>
              <a:t>The Analysis</a:t>
            </a:r>
          </a:p>
        </p:txBody>
      </p:sp>
      <p:pic>
        <p:nvPicPr>
          <p:cNvPr id="8" name="Content Placeholder 7">
            <a:extLst>
              <a:ext uri="{FF2B5EF4-FFF2-40B4-BE49-F238E27FC236}">
                <a16:creationId xmlns:a16="http://schemas.microsoft.com/office/drawing/2014/main" id="{E7E4D87B-A913-65C5-9F1F-A4BAE568C68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43169"/>
            <a:ext cx="5181600" cy="3716249"/>
          </a:xfrm>
        </p:spPr>
      </p:pic>
      <p:pic>
        <p:nvPicPr>
          <p:cNvPr id="10" name="Content Placeholder 9">
            <a:extLst>
              <a:ext uri="{FF2B5EF4-FFF2-40B4-BE49-F238E27FC236}">
                <a16:creationId xmlns:a16="http://schemas.microsoft.com/office/drawing/2014/main" id="{18E813DA-6FF0-3993-8944-38375AC7D7C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143169"/>
            <a:ext cx="5181600" cy="3716249"/>
          </a:xfrm>
        </p:spPr>
      </p:pic>
      <p:pic>
        <p:nvPicPr>
          <p:cNvPr id="3" name="Graphic 2">
            <a:extLst>
              <a:ext uri="{FF2B5EF4-FFF2-40B4-BE49-F238E27FC236}">
                <a16:creationId xmlns:a16="http://schemas.microsoft.com/office/drawing/2014/main" id="{DCA909A5-A69C-8B7F-478D-E735021B84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0" y="1648143"/>
            <a:ext cx="372364" cy="3723640"/>
          </a:xfrm>
          <a:prstGeom prst="rect">
            <a:avLst/>
          </a:prstGeom>
        </p:spPr>
      </p:pic>
      <p:sp>
        <p:nvSpPr>
          <p:cNvPr id="11" name="Rectangle 10">
            <a:extLst>
              <a:ext uri="{FF2B5EF4-FFF2-40B4-BE49-F238E27FC236}">
                <a16:creationId xmlns:a16="http://schemas.microsoft.com/office/drawing/2014/main" id="{A7B1963B-3994-366A-8938-5E5B26EFD395}"/>
              </a:ext>
            </a:extLst>
          </p:cNvPr>
          <p:cNvSpPr/>
          <p:nvPr/>
        </p:nvSpPr>
        <p:spPr>
          <a:xfrm>
            <a:off x="2580939" y="5486400"/>
            <a:ext cx="419548" cy="161365"/>
          </a:xfrm>
          <a:prstGeom prst="rect">
            <a:avLst/>
          </a:prstGeom>
          <a:noFill/>
          <a:ln>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
        <p:nvSpPr>
          <p:cNvPr id="12" name="Rectangle 11">
            <a:extLst>
              <a:ext uri="{FF2B5EF4-FFF2-40B4-BE49-F238E27FC236}">
                <a16:creationId xmlns:a16="http://schemas.microsoft.com/office/drawing/2014/main" id="{54D827E7-EE3D-1F9D-4E3A-8B2A1D0F9C9C}"/>
              </a:ext>
            </a:extLst>
          </p:cNvPr>
          <p:cNvSpPr/>
          <p:nvPr/>
        </p:nvSpPr>
        <p:spPr>
          <a:xfrm>
            <a:off x="7869219" y="5486400"/>
            <a:ext cx="419548" cy="161365"/>
          </a:xfrm>
          <a:prstGeom prst="rect">
            <a:avLst/>
          </a:prstGeom>
          <a:noFill/>
          <a:ln>
            <a:solidFill>
              <a:schemeClr val="accent4">
                <a:lumMod val="60000"/>
                <a:lumOff val="40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solidFill>
                <a:schemeClr val="tx1">
                  <a:lumMod val="50000"/>
                  <a:lumOff val="50000"/>
                </a:schemeClr>
              </a:solidFill>
            </a:endParaRPr>
          </a:p>
        </p:txBody>
      </p:sp>
    </p:spTree>
    <p:extLst>
      <p:ext uri="{BB962C8B-B14F-4D97-AF65-F5344CB8AC3E}">
        <p14:creationId xmlns:p14="http://schemas.microsoft.com/office/powerpoint/2010/main" val="255834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92E6D-F836-2A7D-B66A-C00742FE340D}"/>
              </a:ext>
            </a:extLst>
          </p:cNvPr>
          <p:cNvSpPr>
            <a:spLocks noGrp="1"/>
          </p:cNvSpPr>
          <p:nvPr>
            <p:ph type="title"/>
          </p:nvPr>
        </p:nvSpPr>
        <p:spPr/>
        <p:txBody>
          <a:bodyPr/>
          <a:lstStyle/>
          <a:p>
            <a:pPr algn="ctr"/>
            <a:r>
              <a:rPr lang="en-IN" dirty="0">
                <a:latin typeface="Google Sans" panose="020B0604020202020204" charset="0"/>
              </a:rPr>
              <a:t>Questions</a:t>
            </a:r>
          </a:p>
        </p:txBody>
      </p:sp>
      <p:pic>
        <p:nvPicPr>
          <p:cNvPr id="3" name="Graphic 2">
            <a:extLst>
              <a:ext uri="{FF2B5EF4-FFF2-40B4-BE49-F238E27FC236}">
                <a16:creationId xmlns:a16="http://schemas.microsoft.com/office/drawing/2014/main" id="{71830352-F49B-96AF-3D04-50B4208B05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 y="1648143"/>
            <a:ext cx="372364" cy="3723640"/>
          </a:xfrm>
          <a:prstGeom prst="rect">
            <a:avLst/>
          </a:prstGeom>
        </p:spPr>
      </p:pic>
    </p:spTree>
    <p:extLst>
      <p:ext uri="{BB962C8B-B14F-4D97-AF65-F5344CB8AC3E}">
        <p14:creationId xmlns:p14="http://schemas.microsoft.com/office/powerpoint/2010/main" val="3337322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07086E-8AD3-7EAA-C227-D6BF2FA9E884}"/>
              </a:ext>
            </a:extLst>
          </p:cNvPr>
          <p:cNvSpPr txBox="1"/>
          <p:nvPr/>
        </p:nvSpPr>
        <p:spPr>
          <a:xfrm>
            <a:off x="4673600" y="3058160"/>
            <a:ext cx="2854115" cy="769441"/>
          </a:xfrm>
          <a:prstGeom prst="rect">
            <a:avLst/>
          </a:prstGeom>
          <a:noFill/>
        </p:spPr>
        <p:txBody>
          <a:bodyPr wrap="none" rtlCol="0">
            <a:spAutoFit/>
          </a:bodyPr>
          <a:lstStyle/>
          <a:p>
            <a:r>
              <a:rPr lang="en-IN" sz="4400" dirty="0">
                <a:latin typeface="Google Sans" panose="020B0604020202020204" charset="0"/>
              </a:rPr>
              <a:t>Thank You</a:t>
            </a:r>
          </a:p>
        </p:txBody>
      </p:sp>
      <p:pic>
        <p:nvPicPr>
          <p:cNvPr id="3" name="Graphic 2">
            <a:extLst>
              <a:ext uri="{FF2B5EF4-FFF2-40B4-BE49-F238E27FC236}">
                <a16:creationId xmlns:a16="http://schemas.microsoft.com/office/drawing/2014/main" id="{06FA4F2C-4926-2E8A-2358-A1DD9A4B87B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 y="1648143"/>
            <a:ext cx="372364" cy="3723640"/>
          </a:xfrm>
          <a:prstGeom prst="rect">
            <a:avLst/>
          </a:prstGeom>
        </p:spPr>
      </p:pic>
    </p:spTree>
    <p:extLst>
      <p:ext uri="{BB962C8B-B14F-4D97-AF65-F5344CB8AC3E}">
        <p14:creationId xmlns:p14="http://schemas.microsoft.com/office/powerpoint/2010/main" val="2453268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498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1592</TotalTime>
  <Words>413</Words>
  <Application>Microsoft Office PowerPoint</Application>
  <PresentationFormat>Widescreen</PresentationFormat>
  <Paragraphs>45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Google Sans</vt:lpstr>
      <vt:lpstr>Office Theme</vt:lpstr>
      <vt:lpstr>Online Sales Analysis</vt:lpstr>
      <vt:lpstr>Agenda</vt:lpstr>
      <vt:lpstr>Introduction</vt:lpstr>
      <vt:lpstr>Data Source</vt:lpstr>
      <vt:lpstr>Data Cleaning</vt:lpstr>
      <vt:lpstr>Summary of the Analysis</vt:lpstr>
      <vt:lpstr>The Analysis</vt:lpstr>
      <vt:lpstr>The Analysis</vt:lpstr>
      <vt:lpstr>The Analysis</vt:lpstr>
      <vt:lpstr>The Analysis</vt:lpstr>
      <vt:lpstr>The Analysis</vt:lpstr>
      <vt:lpstr>Questions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Prateek Singh</dc:creator>
  <cp:lastModifiedBy>Prateek Singh</cp:lastModifiedBy>
  <cp:revision>26</cp:revision>
  <dcterms:created xsi:type="dcterms:W3CDTF">2025-04-16T11:21:10Z</dcterms:created>
  <dcterms:modified xsi:type="dcterms:W3CDTF">2025-05-03T15:13:09Z</dcterms:modified>
</cp:coreProperties>
</file>